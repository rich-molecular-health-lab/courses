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13.jpg" ContentType="image/png"/>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0"/>
  </p:notesMasterIdLst>
  <p:sldIdLst>
    <p:sldId id="256" r:id="rId5"/>
    <p:sldId id="328" r:id="rId6"/>
    <p:sldId id="326" r:id="rId7"/>
    <p:sldId id="327" r:id="rId8"/>
    <p:sldId id="345" r:id="rId9"/>
    <p:sldId id="269" r:id="rId10"/>
    <p:sldId id="257" r:id="rId11"/>
    <p:sldId id="314" r:id="rId12"/>
    <p:sldId id="336" r:id="rId13"/>
    <p:sldId id="337" r:id="rId14"/>
    <p:sldId id="341" r:id="rId15"/>
    <p:sldId id="342" r:id="rId16"/>
    <p:sldId id="339" r:id="rId17"/>
    <p:sldId id="323" r:id="rId18"/>
    <p:sldId id="324" r:id="rId19"/>
    <p:sldId id="316" r:id="rId20"/>
    <p:sldId id="317" r:id="rId21"/>
    <p:sldId id="346" r:id="rId22"/>
    <p:sldId id="338" r:id="rId23"/>
    <p:sldId id="315" r:id="rId24"/>
    <p:sldId id="331" r:id="rId25"/>
    <p:sldId id="343" r:id="rId26"/>
    <p:sldId id="340" r:id="rId27"/>
    <p:sldId id="325" r:id="rId28"/>
    <p:sldId id="347" r:id="rId29"/>
  </p:sldIdLst>
  <p:sldSz cx="12192000" cy="6858000"/>
  <p:notesSz cx="6858000" cy="9144000"/>
  <p:custDataLst>
    <p:tags r:id="rId3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DA"/>
    <a:srgbClr val="0000FF"/>
    <a:srgbClr val="47AA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BAC668-58DC-45A4-9BB8-C852E76A4F02}" v="201" dt="2026-01-09T17:52:42.5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65" autoAdjust="0"/>
    <p:restoredTop sz="84442" autoAdjust="0"/>
  </p:normalViewPr>
  <p:slideViewPr>
    <p:cSldViewPr>
      <p:cViewPr varScale="1">
        <p:scale>
          <a:sx n="77" d="100"/>
          <a:sy n="77" d="100"/>
        </p:scale>
        <p:origin x="326" y="62"/>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avis Robbins" userId="47b46fb5-27c3-483a-abe4-5b0e45afa2e4" providerId="ADAL" clId="{0C92D019-473C-4AFF-BB2B-3847E4F802D7}"/>
    <pc:docChg chg="undo custSel modSld modMainMaster modNotesMaster">
      <pc:chgData name="Travis Robbins" userId="47b46fb5-27c3-483a-abe4-5b0e45afa2e4" providerId="ADAL" clId="{0C92D019-473C-4AFF-BB2B-3847E4F802D7}" dt="2026-01-09T17:53:12.065" v="285" actId="692"/>
      <pc:docMkLst>
        <pc:docMk/>
      </pc:docMkLst>
      <pc:sldChg chg="modSp setBg">
        <pc:chgData name="Travis Robbins" userId="47b46fb5-27c3-483a-abe4-5b0e45afa2e4" providerId="ADAL" clId="{0C92D019-473C-4AFF-BB2B-3847E4F802D7}" dt="2026-01-09T17:42:30.383" v="84"/>
        <pc:sldMkLst>
          <pc:docMk/>
          <pc:sldMk cId="2477094983" sldId="256"/>
        </pc:sldMkLst>
        <pc:spChg chg="mod">
          <ac:chgData name="Travis Robbins" userId="47b46fb5-27c3-483a-abe4-5b0e45afa2e4" providerId="ADAL" clId="{0C92D019-473C-4AFF-BB2B-3847E4F802D7}" dt="2026-01-09T17:37:30.216" v="0"/>
          <ac:spMkLst>
            <pc:docMk/>
            <pc:sldMk cId="2477094983" sldId="256"/>
            <ac:spMk id="2" creationId="{00000000-0000-0000-0000-000000000000}"/>
          </ac:spMkLst>
        </pc:spChg>
        <pc:spChg chg="mod">
          <ac:chgData name="Travis Robbins" userId="47b46fb5-27c3-483a-abe4-5b0e45afa2e4" providerId="ADAL" clId="{0C92D019-473C-4AFF-BB2B-3847E4F802D7}" dt="2026-01-09T17:37:30.216" v="0"/>
          <ac:spMkLst>
            <pc:docMk/>
            <pc:sldMk cId="2477094983" sldId="256"/>
            <ac:spMk id="3" creationId="{00000000-0000-0000-0000-000000000000}"/>
          </ac:spMkLst>
        </pc:spChg>
        <pc:spChg chg="mod">
          <ac:chgData name="Travis Robbins" userId="47b46fb5-27c3-483a-abe4-5b0e45afa2e4" providerId="ADAL" clId="{0C92D019-473C-4AFF-BB2B-3847E4F802D7}" dt="2026-01-09T17:37:30.216" v="0"/>
          <ac:spMkLst>
            <pc:docMk/>
            <pc:sldMk cId="2477094983" sldId="256"/>
            <ac:spMk id="15" creationId="{E55D0ECD-7372-4E97-B559-4B63427C3F5C}"/>
          </ac:spMkLst>
        </pc:spChg>
        <pc:picChg chg="mod">
          <ac:chgData name="Travis Robbins" userId="47b46fb5-27c3-483a-abe4-5b0e45afa2e4" providerId="ADAL" clId="{0C92D019-473C-4AFF-BB2B-3847E4F802D7}" dt="2026-01-09T17:37:30.216" v="0"/>
          <ac:picMkLst>
            <pc:docMk/>
            <pc:sldMk cId="2477094983" sldId="256"/>
            <ac:picMk id="32" creationId="{00000000-0000-0000-0000-000000000000}"/>
          </ac:picMkLst>
        </pc:picChg>
        <pc:picChg chg="mod">
          <ac:chgData name="Travis Robbins" userId="47b46fb5-27c3-483a-abe4-5b0e45afa2e4" providerId="ADAL" clId="{0C92D019-473C-4AFF-BB2B-3847E4F802D7}" dt="2026-01-09T17:37:30.216" v="0"/>
          <ac:picMkLst>
            <pc:docMk/>
            <pc:sldMk cId="2477094983" sldId="256"/>
            <ac:picMk id="33" creationId="{00000000-0000-0000-0000-000000000000}"/>
          </ac:picMkLst>
        </pc:picChg>
        <pc:picChg chg="mod">
          <ac:chgData name="Travis Robbins" userId="47b46fb5-27c3-483a-abe4-5b0e45afa2e4" providerId="ADAL" clId="{0C92D019-473C-4AFF-BB2B-3847E4F802D7}" dt="2026-01-09T17:37:30.216" v="0"/>
          <ac:picMkLst>
            <pc:docMk/>
            <pc:sldMk cId="2477094983" sldId="256"/>
            <ac:picMk id="34" creationId="{00000000-0000-0000-0000-000000000000}"/>
          </ac:picMkLst>
        </pc:picChg>
        <pc:picChg chg="mod">
          <ac:chgData name="Travis Robbins" userId="47b46fb5-27c3-483a-abe4-5b0e45afa2e4" providerId="ADAL" clId="{0C92D019-473C-4AFF-BB2B-3847E4F802D7}" dt="2026-01-09T17:37:30.216" v="0"/>
          <ac:picMkLst>
            <pc:docMk/>
            <pc:sldMk cId="2477094983" sldId="256"/>
            <ac:picMk id="1026" creationId="{00000000-0000-0000-0000-000000000000}"/>
          </ac:picMkLst>
        </pc:picChg>
        <pc:picChg chg="mod">
          <ac:chgData name="Travis Robbins" userId="47b46fb5-27c3-483a-abe4-5b0e45afa2e4" providerId="ADAL" clId="{0C92D019-473C-4AFF-BB2B-3847E4F802D7}" dt="2026-01-09T17:37:30.216" v="0"/>
          <ac:picMkLst>
            <pc:docMk/>
            <pc:sldMk cId="2477094983" sldId="256"/>
            <ac:picMk id="1030" creationId="{00000000-0000-0000-0000-000000000000}"/>
          </ac:picMkLst>
        </pc:picChg>
        <pc:picChg chg="mod">
          <ac:chgData name="Travis Robbins" userId="47b46fb5-27c3-483a-abe4-5b0e45afa2e4" providerId="ADAL" clId="{0C92D019-473C-4AFF-BB2B-3847E4F802D7}" dt="2026-01-09T17:37:30.216" v="0"/>
          <ac:picMkLst>
            <pc:docMk/>
            <pc:sldMk cId="2477094983" sldId="256"/>
            <ac:picMk id="1032" creationId="{00000000-0000-0000-0000-000000000000}"/>
          </ac:picMkLst>
        </pc:picChg>
        <pc:picChg chg="mod">
          <ac:chgData name="Travis Robbins" userId="47b46fb5-27c3-483a-abe4-5b0e45afa2e4" providerId="ADAL" clId="{0C92D019-473C-4AFF-BB2B-3847E4F802D7}" dt="2026-01-09T17:37:30.216" v="0"/>
          <ac:picMkLst>
            <pc:docMk/>
            <pc:sldMk cId="2477094983" sldId="256"/>
            <ac:picMk id="1034" creationId="{00000000-0000-0000-0000-000000000000}"/>
          </ac:picMkLst>
        </pc:picChg>
      </pc:sldChg>
      <pc:sldChg chg="modSp mod">
        <pc:chgData name="Travis Robbins" userId="47b46fb5-27c3-483a-abe4-5b0e45afa2e4" providerId="ADAL" clId="{0C92D019-473C-4AFF-BB2B-3847E4F802D7}" dt="2026-01-09T17:47:50.080" v="247" actId="207"/>
        <pc:sldMkLst>
          <pc:docMk/>
          <pc:sldMk cId="0" sldId="257"/>
        </pc:sldMkLst>
        <pc:spChg chg="mod">
          <ac:chgData name="Travis Robbins" userId="47b46fb5-27c3-483a-abe4-5b0e45afa2e4" providerId="ADAL" clId="{0C92D019-473C-4AFF-BB2B-3847E4F802D7}" dt="2026-01-09T17:47:50.080" v="247" actId="207"/>
          <ac:spMkLst>
            <pc:docMk/>
            <pc:sldMk cId="0" sldId="257"/>
            <ac:spMk id="3" creationId="{00000000-0000-0000-0000-000000000000}"/>
          </ac:spMkLst>
        </pc:spChg>
        <pc:spChg chg="mod">
          <ac:chgData name="Travis Robbins" userId="47b46fb5-27c3-483a-abe4-5b0e45afa2e4" providerId="ADAL" clId="{0C92D019-473C-4AFF-BB2B-3847E4F802D7}" dt="2026-01-09T17:37:30.216" v="0"/>
          <ac:spMkLst>
            <pc:docMk/>
            <pc:sldMk cId="0" sldId="257"/>
            <ac:spMk id="5" creationId="{F8AAA37C-EFD9-4303-9E6F-06734FEDD806}"/>
          </ac:spMkLst>
        </pc:spChg>
      </pc:sldChg>
      <pc:sldChg chg="modSp mod modNotes">
        <pc:chgData name="Travis Robbins" userId="47b46fb5-27c3-483a-abe4-5b0e45afa2e4" providerId="ADAL" clId="{0C92D019-473C-4AFF-BB2B-3847E4F802D7}" dt="2026-01-09T17:47:34.192" v="244" actId="207"/>
        <pc:sldMkLst>
          <pc:docMk/>
          <pc:sldMk cId="0" sldId="269"/>
        </pc:sldMkLst>
        <pc:spChg chg="mod">
          <ac:chgData name="Travis Robbins" userId="47b46fb5-27c3-483a-abe4-5b0e45afa2e4" providerId="ADAL" clId="{0C92D019-473C-4AFF-BB2B-3847E4F802D7}" dt="2026-01-09T17:47:34.192" v="244" actId="207"/>
          <ac:spMkLst>
            <pc:docMk/>
            <pc:sldMk cId="0" sldId="269"/>
            <ac:spMk id="4" creationId="{00000000-0000-0000-0000-000000000000}"/>
          </ac:spMkLst>
        </pc:spChg>
        <pc:spChg chg="mod">
          <ac:chgData name="Travis Robbins" userId="47b46fb5-27c3-483a-abe4-5b0e45afa2e4" providerId="ADAL" clId="{0C92D019-473C-4AFF-BB2B-3847E4F802D7}" dt="2026-01-09T17:37:30.216" v="0"/>
          <ac:spMkLst>
            <pc:docMk/>
            <pc:sldMk cId="0" sldId="269"/>
            <ac:spMk id="6" creationId="{1BAE3B9C-5BBA-4EAA-8BE3-13DBC031F212}"/>
          </ac:spMkLst>
        </pc:spChg>
      </pc:sldChg>
      <pc:sldChg chg="modSp mod modNotes">
        <pc:chgData name="Travis Robbins" userId="47b46fb5-27c3-483a-abe4-5b0e45afa2e4" providerId="ADAL" clId="{0C92D019-473C-4AFF-BB2B-3847E4F802D7}" dt="2026-01-09T17:53:12.065" v="285" actId="692"/>
        <pc:sldMkLst>
          <pc:docMk/>
          <pc:sldMk cId="786426687" sldId="314"/>
        </pc:sldMkLst>
        <pc:spChg chg="mod">
          <ac:chgData name="Travis Robbins" userId="47b46fb5-27c3-483a-abe4-5b0e45afa2e4" providerId="ADAL" clId="{0C92D019-473C-4AFF-BB2B-3847E4F802D7}" dt="2026-01-09T17:53:12.065" v="285" actId="692"/>
          <ac:spMkLst>
            <pc:docMk/>
            <pc:sldMk cId="786426687" sldId="314"/>
            <ac:spMk id="2" creationId="{00000000-0000-0000-0000-000000000000}"/>
          </ac:spMkLst>
        </pc:spChg>
        <pc:spChg chg="mod">
          <ac:chgData name="Travis Robbins" userId="47b46fb5-27c3-483a-abe4-5b0e45afa2e4" providerId="ADAL" clId="{0C92D019-473C-4AFF-BB2B-3847E4F802D7}" dt="2026-01-09T17:51:40.479" v="274" actId="207"/>
          <ac:spMkLst>
            <pc:docMk/>
            <pc:sldMk cId="786426687" sldId="314"/>
            <ac:spMk id="3" creationId="{00000000-0000-0000-0000-000000000000}"/>
          </ac:spMkLst>
        </pc:spChg>
        <pc:spChg chg="mod">
          <ac:chgData name="Travis Robbins" userId="47b46fb5-27c3-483a-abe4-5b0e45afa2e4" providerId="ADAL" clId="{0C92D019-473C-4AFF-BB2B-3847E4F802D7}" dt="2026-01-09T17:37:30.216" v="0"/>
          <ac:spMkLst>
            <pc:docMk/>
            <pc:sldMk cId="786426687" sldId="314"/>
            <ac:spMk id="4" creationId="{00000000-0000-0000-0000-000000000000}"/>
          </ac:spMkLst>
        </pc:spChg>
        <pc:spChg chg="mod">
          <ac:chgData name="Travis Robbins" userId="47b46fb5-27c3-483a-abe4-5b0e45afa2e4" providerId="ADAL" clId="{0C92D019-473C-4AFF-BB2B-3847E4F802D7}" dt="2026-01-09T17:37:30.216" v="0"/>
          <ac:spMkLst>
            <pc:docMk/>
            <pc:sldMk cId="786426687" sldId="314"/>
            <ac:spMk id="15" creationId="{00000000-0000-0000-0000-000000000000}"/>
          </ac:spMkLst>
        </pc:spChg>
        <pc:spChg chg="mod">
          <ac:chgData name="Travis Robbins" userId="47b46fb5-27c3-483a-abe4-5b0e45afa2e4" providerId="ADAL" clId="{0C92D019-473C-4AFF-BB2B-3847E4F802D7}" dt="2026-01-09T17:37:30.216" v="0"/>
          <ac:spMkLst>
            <pc:docMk/>
            <pc:sldMk cId="786426687" sldId="314"/>
            <ac:spMk id="18" creationId="{00000000-0000-0000-0000-000000000000}"/>
          </ac:spMkLst>
        </pc:spChg>
        <pc:spChg chg="mod">
          <ac:chgData name="Travis Robbins" userId="47b46fb5-27c3-483a-abe4-5b0e45afa2e4" providerId="ADAL" clId="{0C92D019-473C-4AFF-BB2B-3847E4F802D7}" dt="2026-01-09T17:37:30.216" v="0"/>
          <ac:spMkLst>
            <pc:docMk/>
            <pc:sldMk cId="786426687" sldId="314"/>
            <ac:spMk id="19" creationId="{00000000-0000-0000-0000-000000000000}"/>
          </ac:spMkLst>
        </pc:spChg>
        <pc:picChg chg="mod">
          <ac:chgData name="Travis Robbins" userId="47b46fb5-27c3-483a-abe4-5b0e45afa2e4" providerId="ADAL" clId="{0C92D019-473C-4AFF-BB2B-3847E4F802D7}" dt="2026-01-09T17:37:30.216" v="0"/>
          <ac:picMkLst>
            <pc:docMk/>
            <pc:sldMk cId="786426687" sldId="314"/>
            <ac:picMk id="20" creationId="{00000000-0000-0000-0000-000000000000}"/>
          </ac:picMkLst>
        </pc:picChg>
        <pc:picChg chg="mod">
          <ac:chgData name="Travis Robbins" userId="47b46fb5-27c3-483a-abe4-5b0e45afa2e4" providerId="ADAL" clId="{0C92D019-473C-4AFF-BB2B-3847E4F802D7}" dt="2026-01-09T17:37:30.216" v="0"/>
          <ac:picMkLst>
            <pc:docMk/>
            <pc:sldMk cId="786426687" sldId="314"/>
            <ac:picMk id="22" creationId="{00000000-0000-0000-0000-000000000000}"/>
          </ac:picMkLst>
        </pc:picChg>
        <pc:picChg chg="mod">
          <ac:chgData name="Travis Robbins" userId="47b46fb5-27c3-483a-abe4-5b0e45afa2e4" providerId="ADAL" clId="{0C92D019-473C-4AFF-BB2B-3847E4F802D7}" dt="2026-01-09T17:37:30.216" v="0"/>
          <ac:picMkLst>
            <pc:docMk/>
            <pc:sldMk cId="786426687" sldId="314"/>
            <ac:picMk id="25" creationId="{00000000-0000-0000-0000-000000000000}"/>
          </ac:picMkLst>
        </pc:picChg>
        <pc:picChg chg="mod">
          <ac:chgData name="Travis Robbins" userId="47b46fb5-27c3-483a-abe4-5b0e45afa2e4" providerId="ADAL" clId="{0C92D019-473C-4AFF-BB2B-3847E4F802D7}" dt="2026-01-09T17:37:30.216" v="0"/>
          <ac:picMkLst>
            <pc:docMk/>
            <pc:sldMk cId="786426687" sldId="314"/>
            <ac:picMk id="29" creationId="{00000000-0000-0000-0000-000000000000}"/>
          </ac:picMkLst>
        </pc:picChg>
      </pc:sldChg>
      <pc:sldChg chg="modSp mod">
        <pc:chgData name="Travis Robbins" userId="47b46fb5-27c3-483a-abe4-5b0e45afa2e4" providerId="ADAL" clId="{0C92D019-473C-4AFF-BB2B-3847E4F802D7}" dt="2026-01-09T17:50:06.321" v="264" actId="207"/>
        <pc:sldMkLst>
          <pc:docMk/>
          <pc:sldMk cId="160856276" sldId="315"/>
        </pc:sldMkLst>
        <pc:spChg chg="mod">
          <ac:chgData name="Travis Robbins" userId="47b46fb5-27c3-483a-abe4-5b0e45afa2e4" providerId="ADAL" clId="{0C92D019-473C-4AFF-BB2B-3847E4F802D7}" dt="2026-01-09T17:50:06.321" v="264" actId="207"/>
          <ac:spMkLst>
            <pc:docMk/>
            <pc:sldMk cId="160856276" sldId="315"/>
            <ac:spMk id="31" creationId="{00000000-0000-0000-0000-000000000000}"/>
          </ac:spMkLst>
        </pc:spChg>
        <pc:spChg chg="mod">
          <ac:chgData name="Travis Robbins" userId="47b46fb5-27c3-483a-abe4-5b0e45afa2e4" providerId="ADAL" clId="{0C92D019-473C-4AFF-BB2B-3847E4F802D7}" dt="2026-01-09T17:37:30.216" v="0"/>
          <ac:spMkLst>
            <pc:docMk/>
            <pc:sldMk cId="160856276" sldId="315"/>
            <ac:spMk id="32" creationId="{00000000-0000-0000-0000-000000000000}"/>
          </ac:spMkLst>
        </pc:spChg>
        <pc:picChg chg="mod">
          <ac:chgData name="Travis Robbins" userId="47b46fb5-27c3-483a-abe4-5b0e45afa2e4" providerId="ADAL" clId="{0C92D019-473C-4AFF-BB2B-3847E4F802D7}" dt="2026-01-09T17:37:30.216" v="0"/>
          <ac:picMkLst>
            <pc:docMk/>
            <pc:sldMk cId="160856276" sldId="315"/>
            <ac:picMk id="22" creationId="{00000000-0000-0000-0000-000000000000}"/>
          </ac:picMkLst>
        </pc:picChg>
        <pc:picChg chg="mod">
          <ac:chgData name="Travis Robbins" userId="47b46fb5-27c3-483a-abe4-5b0e45afa2e4" providerId="ADAL" clId="{0C92D019-473C-4AFF-BB2B-3847E4F802D7}" dt="2026-01-09T17:37:30.216" v="0"/>
          <ac:picMkLst>
            <pc:docMk/>
            <pc:sldMk cId="160856276" sldId="315"/>
            <ac:picMk id="23" creationId="{00000000-0000-0000-0000-000000000000}"/>
          </ac:picMkLst>
        </pc:picChg>
        <pc:picChg chg="mod">
          <ac:chgData name="Travis Robbins" userId="47b46fb5-27c3-483a-abe4-5b0e45afa2e4" providerId="ADAL" clId="{0C92D019-473C-4AFF-BB2B-3847E4F802D7}" dt="2026-01-09T17:37:30.216" v="0"/>
          <ac:picMkLst>
            <pc:docMk/>
            <pc:sldMk cId="160856276" sldId="315"/>
            <ac:picMk id="24" creationId="{00000000-0000-0000-0000-000000000000}"/>
          </ac:picMkLst>
        </pc:picChg>
        <pc:picChg chg="mod">
          <ac:chgData name="Travis Robbins" userId="47b46fb5-27c3-483a-abe4-5b0e45afa2e4" providerId="ADAL" clId="{0C92D019-473C-4AFF-BB2B-3847E4F802D7}" dt="2026-01-09T17:37:30.216" v="0"/>
          <ac:picMkLst>
            <pc:docMk/>
            <pc:sldMk cId="160856276" sldId="315"/>
            <ac:picMk id="26" creationId="{00000000-0000-0000-0000-000000000000}"/>
          </ac:picMkLst>
        </pc:picChg>
        <pc:picChg chg="mod">
          <ac:chgData name="Travis Robbins" userId="47b46fb5-27c3-483a-abe4-5b0e45afa2e4" providerId="ADAL" clId="{0C92D019-473C-4AFF-BB2B-3847E4F802D7}" dt="2026-01-09T17:37:30.216" v="0"/>
          <ac:picMkLst>
            <pc:docMk/>
            <pc:sldMk cId="160856276" sldId="315"/>
            <ac:picMk id="27" creationId="{00000000-0000-0000-0000-000000000000}"/>
          </ac:picMkLst>
        </pc:picChg>
        <pc:picChg chg="mod">
          <ac:chgData name="Travis Robbins" userId="47b46fb5-27c3-483a-abe4-5b0e45afa2e4" providerId="ADAL" clId="{0C92D019-473C-4AFF-BB2B-3847E4F802D7}" dt="2026-01-09T17:37:30.216" v="0"/>
          <ac:picMkLst>
            <pc:docMk/>
            <pc:sldMk cId="160856276" sldId="315"/>
            <ac:picMk id="28" creationId="{00000000-0000-0000-0000-000000000000}"/>
          </ac:picMkLst>
        </pc:picChg>
        <pc:picChg chg="mod">
          <ac:chgData name="Travis Robbins" userId="47b46fb5-27c3-483a-abe4-5b0e45afa2e4" providerId="ADAL" clId="{0C92D019-473C-4AFF-BB2B-3847E4F802D7}" dt="2026-01-09T17:37:30.216" v="0"/>
          <ac:picMkLst>
            <pc:docMk/>
            <pc:sldMk cId="160856276" sldId="315"/>
            <ac:picMk id="29" creationId="{00000000-0000-0000-0000-000000000000}"/>
          </ac:picMkLst>
        </pc:picChg>
        <pc:picChg chg="mod">
          <ac:chgData name="Travis Robbins" userId="47b46fb5-27c3-483a-abe4-5b0e45afa2e4" providerId="ADAL" clId="{0C92D019-473C-4AFF-BB2B-3847E4F802D7}" dt="2026-01-09T17:37:30.216" v="0"/>
          <ac:picMkLst>
            <pc:docMk/>
            <pc:sldMk cId="160856276" sldId="315"/>
            <ac:picMk id="30" creationId="{00000000-0000-0000-0000-000000000000}"/>
          </ac:picMkLst>
        </pc:picChg>
      </pc:sldChg>
      <pc:sldChg chg="modSp mod">
        <pc:chgData name="Travis Robbins" userId="47b46fb5-27c3-483a-abe4-5b0e45afa2e4" providerId="ADAL" clId="{0C92D019-473C-4AFF-BB2B-3847E4F802D7}" dt="2026-01-09T17:49:43.563" v="259" actId="207"/>
        <pc:sldMkLst>
          <pc:docMk/>
          <pc:sldMk cId="3719089324" sldId="316"/>
        </pc:sldMkLst>
        <pc:spChg chg="mod">
          <ac:chgData name="Travis Robbins" userId="47b46fb5-27c3-483a-abe4-5b0e45afa2e4" providerId="ADAL" clId="{0C92D019-473C-4AFF-BB2B-3847E4F802D7}" dt="2026-01-09T17:49:43.563" v="259" actId="207"/>
          <ac:spMkLst>
            <pc:docMk/>
            <pc:sldMk cId="3719089324" sldId="316"/>
            <ac:spMk id="2" creationId="{00000000-0000-0000-0000-000000000000}"/>
          </ac:spMkLst>
        </pc:spChg>
        <pc:spChg chg="mod">
          <ac:chgData name="Travis Robbins" userId="47b46fb5-27c3-483a-abe4-5b0e45afa2e4" providerId="ADAL" clId="{0C92D019-473C-4AFF-BB2B-3847E4F802D7}" dt="2026-01-09T17:37:30.216" v="0"/>
          <ac:spMkLst>
            <pc:docMk/>
            <pc:sldMk cId="3719089324" sldId="316"/>
            <ac:spMk id="5" creationId="{00000000-0000-0000-0000-000000000000}"/>
          </ac:spMkLst>
        </pc:spChg>
        <pc:picChg chg="mod">
          <ac:chgData name="Travis Robbins" userId="47b46fb5-27c3-483a-abe4-5b0e45afa2e4" providerId="ADAL" clId="{0C92D019-473C-4AFF-BB2B-3847E4F802D7}" dt="2026-01-09T17:37:30.216" v="0"/>
          <ac:picMkLst>
            <pc:docMk/>
            <pc:sldMk cId="3719089324" sldId="316"/>
            <ac:picMk id="4" creationId="{00000000-0000-0000-0000-000000000000}"/>
          </ac:picMkLst>
        </pc:picChg>
      </pc:sldChg>
      <pc:sldChg chg="modSp mod">
        <pc:chgData name="Travis Robbins" userId="47b46fb5-27c3-483a-abe4-5b0e45afa2e4" providerId="ADAL" clId="{0C92D019-473C-4AFF-BB2B-3847E4F802D7}" dt="2026-01-09T17:49:48.969" v="260" actId="207"/>
        <pc:sldMkLst>
          <pc:docMk/>
          <pc:sldMk cId="3475716250" sldId="317"/>
        </pc:sldMkLst>
        <pc:spChg chg="mod">
          <ac:chgData name="Travis Robbins" userId="47b46fb5-27c3-483a-abe4-5b0e45afa2e4" providerId="ADAL" clId="{0C92D019-473C-4AFF-BB2B-3847E4F802D7}" dt="2026-01-09T17:37:30.216" v="0"/>
          <ac:spMkLst>
            <pc:docMk/>
            <pc:sldMk cId="3475716250" sldId="317"/>
            <ac:spMk id="4" creationId="{00000000-0000-0000-0000-000000000000}"/>
          </ac:spMkLst>
        </pc:spChg>
        <pc:spChg chg="mod">
          <ac:chgData name="Travis Robbins" userId="47b46fb5-27c3-483a-abe4-5b0e45afa2e4" providerId="ADAL" clId="{0C92D019-473C-4AFF-BB2B-3847E4F802D7}" dt="2026-01-09T17:49:48.969" v="260" actId="207"/>
          <ac:spMkLst>
            <pc:docMk/>
            <pc:sldMk cId="3475716250" sldId="317"/>
            <ac:spMk id="6" creationId="{067034E4-4F2A-49A0-9313-6D7B4644654B}"/>
          </ac:spMkLst>
        </pc:spChg>
        <pc:picChg chg="mod">
          <ac:chgData name="Travis Robbins" userId="47b46fb5-27c3-483a-abe4-5b0e45afa2e4" providerId="ADAL" clId="{0C92D019-473C-4AFF-BB2B-3847E4F802D7}" dt="2026-01-09T17:37:30.216" v="0"/>
          <ac:picMkLst>
            <pc:docMk/>
            <pc:sldMk cId="3475716250" sldId="317"/>
            <ac:picMk id="5" creationId="{00000000-0000-0000-0000-000000000000}"/>
          </ac:picMkLst>
        </pc:picChg>
      </pc:sldChg>
      <pc:sldChg chg="modSp">
        <pc:chgData name="Travis Robbins" userId="47b46fb5-27c3-483a-abe4-5b0e45afa2e4" providerId="ADAL" clId="{0C92D019-473C-4AFF-BB2B-3847E4F802D7}" dt="2026-01-09T17:37:30.216" v="0"/>
        <pc:sldMkLst>
          <pc:docMk/>
          <pc:sldMk cId="1553074834" sldId="323"/>
        </pc:sldMkLst>
        <pc:spChg chg="mod">
          <ac:chgData name="Travis Robbins" userId="47b46fb5-27c3-483a-abe4-5b0e45afa2e4" providerId="ADAL" clId="{0C92D019-473C-4AFF-BB2B-3847E4F802D7}" dt="2026-01-09T17:37:30.216" v="0"/>
          <ac:spMkLst>
            <pc:docMk/>
            <pc:sldMk cId="1553074834" sldId="323"/>
            <ac:spMk id="4" creationId="{00000000-0000-0000-0000-000000000000}"/>
          </ac:spMkLst>
        </pc:spChg>
        <pc:spChg chg="mod">
          <ac:chgData name="Travis Robbins" userId="47b46fb5-27c3-483a-abe4-5b0e45afa2e4" providerId="ADAL" clId="{0C92D019-473C-4AFF-BB2B-3847E4F802D7}" dt="2026-01-09T17:37:30.216" v="0"/>
          <ac:spMkLst>
            <pc:docMk/>
            <pc:sldMk cId="1553074834" sldId="323"/>
            <ac:spMk id="15" creationId="{00000000-0000-0000-0000-000000000000}"/>
          </ac:spMkLst>
        </pc:spChg>
        <pc:picChg chg="mod">
          <ac:chgData name="Travis Robbins" userId="47b46fb5-27c3-483a-abe4-5b0e45afa2e4" providerId="ADAL" clId="{0C92D019-473C-4AFF-BB2B-3847E4F802D7}" dt="2026-01-09T17:37:30.216" v="0"/>
          <ac:picMkLst>
            <pc:docMk/>
            <pc:sldMk cId="1553074834" sldId="323"/>
            <ac:picMk id="22" creationId="{00000000-0000-0000-0000-000000000000}"/>
          </ac:picMkLst>
        </pc:picChg>
        <pc:picChg chg="mod">
          <ac:chgData name="Travis Robbins" userId="47b46fb5-27c3-483a-abe4-5b0e45afa2e4" providerId="ADAL" clId="{0C92D019-473C-4AFF-BB2B-3847E4F802D7}" dt="2026-01-09T17:37:30.216" v="0"/>
          <ac:picMkLst>
            <pc:docMk/>
            <pc:sldMk cId="1553074834" sldId="323"/>
            <ac:picMk id="23" creationId="{00000000-0000-0000-0000-000000000000}"/>
          </ac:picMkLst>
        </pc:picChg>
        <pc:picChg chg="mod">
          <ac:chgData name="Travis Robbins" userId="47b46fb5-27c3-483a-abe4-5b0e45afa2e4" providerId="ADAL" clId="{0C92D019-473C-4AFF-BB2B-3847E4F802D7}" dt="2026-01-09T17:37:30.216" v="0"/>
          <ac:picMkLst>
            <pc:docMk/>
            <pc:sldMk cId="1553074834" sldId="323"/>
            <ac:picMk id="24" creationId="{00000000-0000-0000-0000-000000000000}"/>
          </ac:picMkLst>
        </pc:picChg>
        <pc:picChg chg="mod">
          <ac:chgData name="Travis Robbins" userId="47b46fb5-27c3-483a-abe4-5b0e45afa2e4" providerId="ADAL" clId="{0C92D019-473C-4AFF-BB2B-3847E4F802D7}" dt="2026-01-09T17:37:30.216" v="0"/>
          <ac:picMkLst>
            <pc:docMk/>
            <pc:sldMk cId="1553074834" sldId="323"/>
            <ac:picMk id="25" creationId="{00000000-0000-0000-0000-000000000000}"/>
          </ac:picMkLst>
        </pc:picChg>
        <pc:picChg chg="mod">
          <ac:chgData name="Travis Robbins" userId="47b46fb5-27c3-483a-abe4-5b0e45afa2e4" providerId="ADAL" clId="{0C92D019-473C-4AFF-BB2B-3847E4F802D7}" dt="2026-01-09T17:37:30.216" v="0"/>
          <ac:picMkLst>
            <pc:docMk/>
            <pc:sldMk cId="1553074834" sldId="323"/>
            <ac:picMk id="26" creationId="{00000000-0000-0000-0000-000000000000}"/>
          </ac:picMkLst>
        </pc:picChg>
        <pc:picChg chg="mod">
          <ac:chgData name="Travis Robbins" userId="47b46fb5-27c3-483a-abe4-5b0e45afa2e4" providerId="ADAL" clId="{0C92D019-473C-4AFF-BB2B-3847E4F802D7}" dt="2026-01-09T17:37:30.216" v="0"/>
          <ac:picMkLst>
            <pc:docMk/>
            <pc:sldMk cId="1553074834" sldId="323"/>
            <ac:picMk id="27" creationId="{00000000-0000-0000-0000-000000000000}"/>
          </ac:picMkLst>
        </pc:picChg>
        <pc:picChg chg="mod">
          <ac:chgData name="Travis Robbins" userId="47b46fb5-27c3-483a-abe4-5b0e45afa2e4" providerId="ADAL" clId="{0C92D019-473C-4AFF-BB2B-3847E4F802D7}" dt="2026-01-09T17:37:30.216" v="0"/>
          <ac:picMkLst>
            <pc:docMk/>
            <pc:sldMk cId="1553074834" sldId="323"/>
            <ac:picMk id="28" creationId="{00000000-0000-0000-0000-000000000000}"/>
          </ac:picMkLst>
        </pc:picChg>
        <pc:picChg chg="mod">
          <ac:chgData name="Travis Robbins" userId="47b46fb5-27c3-483a-abe4-5b0e45afa2e4" providerId="ADAL" clId="{0C92D019-473C-4AFF-BB2B-3847E4F802D7}" dt="2026-01-09T17:37:30.216" v="0"/>
          <ac:picMkLst>
            <pc:docMk/>
            <pc:sldMk cId="1553074834" sldId="323"/>
            <ac:picMk id="30" creationId="{00000000-0000-0000-0000-000000000000}"/>
          </ac:picMkLst>
        </pc:picChg>
      </pc:sldChg>
      <pc:sldChg chg="modSp">
        <pc:chgData name="Travis Robbins" userId="47b46fb5-27c3-483a-abe4-5b0e45afa2e4" providerId="ADAL" clId="{0C92D019-473C-4AFF-BB2B-3847E4F802D7}" dt="2026-01-09T17:37:30.216" v="0"/>
        <pc:sldMkLst>
          <pc:docMk/>
          <pc:sldMk cId="3033889302" sldId="324"/>
        </pc:sldMkLst>
        <pc:spChg chg="mod">
          <ac:chgData name="Travis Robbins" userId="47b46fb5-27c3-483a-abe4-5b0e45afa2e4" providerId="ADAL" clId="{0C92D019-473C-4AFF-BB2B-3847E4F802D7}" dt="2026-01-09T17:37:30.216" v="0"/>
          <ac:spMkLst>
            <pc:docMk/>
            <pc:sldMk cId="3033889302" sldId="324"/>
            <ac:spMk id="4" creationId="{00000000-0000-0000-0000-000000000000}"/>
          </ac:spMkLst>
        </pc:spChg>
        <pc:spChg chg="mod">
          <ac:chgData name="Travis Robbins" userId="47b46fb5-27c3-483a-abe4-5b0e45afa2e4" providerId="ADAL" clId="{0C92D019-473C-4AFF-BB2B-3847E4F802D7}" dt="2026-01-09T17:37:30.216" v="0"/>
          <ac:spMkLst>
            <pc:docMk/>
            <pc:sldMk cId="3033889302" sldId="324"/>
            <ac:spMk id="5" creationId="{00000000-0000-0000-0000-000000000000}"/>
          </ac:spMkLst>
        </pc:spChg>
        <pc:spChg chg="mod">
          <ac:chgData name="Travis Robbins" userId="47b46fb5-27c3-483a-abe4-5b0e45afa2e4" providerId="ADAL" clId="{0C92D019-473C-4AFF-BB2B-3847E4F802D7}" dt="2026-01-09T17:37:30.216" v="0"/>
          <ac:spMkLst>
            <pc:docMk/>
            <pc:sldMk cId="3033889302" sldId="324"/>
            <ac:spMk id="15" creationId="{00000000-0000-0000-0000-000000000000}"/>
          </ac:spMkLst>
        </pc:spChg>
        <pc:picChg chg="mod">
          <ac:chgData name="Travis Robbins" userId="47b46fb5-27c3-483a-abe4-5b0e45afa2e4" providerId="ADAL" clId="{0C92D019-473C-4AFF-BB2B-3847E4F802D7}" dt="2026-01-09T17:37:30.216" v="0"/>
          <ac:picMkLst>
            <pc:docMk/>
            <pc:sldMk cId="3033889302" sldId="324"/>
            <ac:picMk id="3" creationId="{00000000-0000-0000-0000-000000000000}"/>
          </ac:picMkLst>
        </pc:picChg>
        <pc:picChg chg="mod">
          <ac:chgData name="Travis Robbins" userId="47b46fb5-27c3-483a-abe4-5b0e45afa2e4" providerId="ADAL" clId="{0C92D019-473C-4AFF-BB2B-3847E4F802D7}" dt="2026-01-09T17:37:30.216" v="0"/>
          <ac:picMkLst>
            <pc:docMk/>
            <pc:sldMk cId="3033889302" sldId="324"/>
            <ac:picMk id="22" creationId="{00000000-0000-0000-0000-000000000000}"/>
          </ac:picMkLst>
        </pc:picChg>
        <pc:picChg chg="mod">
          <ac:chgData name="Travis Robbins" userId="47b46fb5-27c3-483a-abe4-5b0e45afa2e4" providerId="ADAL" clId="{0C92D019-473C-4AFF-BB2B-3847E4F802D7}" dt="2026-01-09T17:37:30.216" v="0"/>
          <ac:picMkLst>
            <pc:docMk/>
            <pc:sldMk cId="3033889302" sldId="324"/>
            <ac:picMk id="23" creationId="{00000000-0000-0000-0000-000000000000}"/>
          </ac:picMkLst>
        </pc:picChg>
        <pc:picChg chg="mod">
          <ac:chgData name="Travis Robbins" userId="47b46fb5-27c3-483a-abe4-5b0e45afa2e4" providerId="ADAL" clId="{0C92D019-473C-4AFF-BB2B-3847E4F802D7}" dt="2026-01-09T17:37:30.216" v="0"/>
          <ac:picMkLst>
            <pc:docMk/>
            <pc:sldMk cId="3033889302" sldId="324"/>
            <ac:picMk id="27" creationId="{00000000-0000-0000-0000-000000000000}"/>
          </ac:picMkLst>
        </pc:picChg>
        <pc:picChg chg="mod">
          <ac:chgData name="Travis Robbins" userId="47b46fb5-27c3-483a-abe4-5b0e45afa2e4" providerId="ADAL" clId="{0C92D019-473C-4AFF-BB2B-3847E4F802D7}" dt="2026-01-09T17:37:30.216" v="0"/>
          <ac:picMkLst>
            <pc:docMk/>
            <pc:sldMk cId="3033889302" sldId="324"/>
            <ac:picMk id="28" creationId="{00000000-0000-0000-0000-000000000000}"/>
          </ac:picMkLst>
        </pc:picChg>
        <pc:picChg chg="mod">
          <ac:chgData name="Travis Robbins" userId="47b46fb5-27c3-483a-abe4-5b0e45afa2e4" providerId="ADAL" clId="{0C92D019-473C-4AFF-BB2B-3847E4F802D7}" dt="2026-01-09T17:37:30.216" v="0"/>
          <ac:picMkLst>
            <pc:docMk/>
            <pc:sldMk cId="3033889302" sldId="324"/>
            <ac:picMk id="29" creationId="{00000000-0000-0000-0000-000000000000}"/>
          </ac:picMkLst>
        </pc:picChg>
        <pc:picChg chg="mod">
          <ac:chgData name="Travis Robbins" userId="47b46fb5-27c3-483a-abe4-5b0e45afa2e4" providerId="ADAL" clId="{0C92D019-473C-4AFF-BB2B-3847E4F802D7}" dt="2026-01-09T17:37:30.216" v="0"/>
          <ac:picMkLst>
            <pc:docMk/>
            <pc:sldMk cId="3033889302" sldId="324"/>
            <ac:picMk id="30" creationId="{00000000-0000-0000-0000-000000000000}"/>
          </ac:picMkLst>
        </pc:picChg>
      </pc:sldChg>
      <pc:sldChg chg="modSp">
        <pc:chgData name="Travis Robbins" userId="47b46fb5-27c3-483a-abe4-5b0e45afa2e4" providerId="ADAL" clId="{0C92D019-473C-4AFF-BB2B-3847E4F802D7}" dt="2026-01-09T17:52:42.538" v="283" actId="207"/>
        <pc:sldMkLst>
          <pc:docMk/>
          <pc:sldMk cId="3233571827" sldId="325"/>
        </pc:sldMkLst>
        <pc:spChg chg="mod">
          <ac:chgData name="Travis Robbins" userId="47b46fb5-27c3-483a-abe4-5b0e45afa2e4" providerId="ADAL" clId="{0C92D019-473C-4AFF-BB2B-3847E4F802D7}" dt="2026-01-09T17:52:42.538" v="283" actId="207"/>
          <ac:spMkLst>
            <pc:docMk/>
            <pc:sldMk cId="3233571827" sldId="325"/>
            <ac:spMk id="31" creationId="{00000000-0000-0000-0000-000000000000}"/>
          </ac:spMkLst>
        </pc:spChg>
        <pc:spChg chg="mod">
          <ac:chgData name="Travis Robbins" userId="47b46fb5-27c3-483a-abe4-5b0e45afa2e4" providerId="ADAL" clId="{0C92D019-473C-4AFF-BB2B-3847E4F802D7}" dt="2026-01-09T17:37:30.216" v="0"/>
          <ac:spMkLst>
            <pc:docMk/>
            <pc:sldMk cId="3233571827" sldId="325"/>
            <ac:spMk id="32" creationId="{00000000-0000-0000-0000-000000000000}"/>
          </ac:spMkLst>
        </pc:spChg>
        <pc:picChg chg="mod">
          <ac:chgData name="Travis Robbins" userId="47b46fb5-27c3-483a-abe4-5b0e45afa2e4" providerId="ADAL" clId="{0C92D019-473C-4AFF-BB2B-3847E4F802D7}" dt="2026-01-09T17:37:30.216" v="0"/>
          <ac:picMkLst>
            <pc:docMk/>
            <pc:sldMk cId="3233571827" sldId="325"/>
            <ac:picMk id="22" creationId="{00000000-0000-0000-0000-000000000000}"/>
          </ac:picMkLst>
        </pc:picChg>
        <pc:picChg chg="mod">
          <ac:chgData name="Travis Robbins" userId="47b46fb5-27c3-483a-abe4-5b0e45afa2e4" providerId="ADAL" clId="{0C92D019-473C-4AFF-BB2B-3847E4F802D7}" dt="2026-01-09T17:37:30.216" v="0"/>
          <ac:picMkLst>
            <pc:docMk/>
            <pc:sldMk cId="3233571827" sldId="325"/>
            <ac:picMk id="23" creationId="{00000000-0000-0000-0000-000000000000}"/>
          </ac:picMkLst>
        </pc:picChg>
        <pc:picChg chg="mod">
          <ac:chgData name="Travis Robbins" userId="47b46fb5-27c3-483a-abe4-5b0e45afa2e4" providerId="ADAL" clId="{0C92D019-473C-4AFF-BB2B-3847E4F802D7}" dt="2026-01-09T17:37:30.216" v="0"/>
          <ac:picMkLst>
            <pc:docMk/>
            <pc:sldMk cId="3233571827" sldId="325"/>
            <ac:picMk id="24" creationId="{00000000-0000-0000-0000-000000000000}"/>
          </ac:picMkLst>
        </pc:picChg>
        <pc:picChg chg="mod">
          <ac:chgData name="Travis Robbins" userId="47b46fb5-27c3-483a-abe4-5b0e45afa2e4" providerId="ADAL" clId="{0C92D019-473C-4AFF-BB2B-3847E4F802D7}" dt="2026-01-09T17:37:30.216" v="0"/>
          <ac:picMkLst>
            <pc:docMk/>
            <pc:sldMk cId="3233571827" sldId="325"/>
            <ac:picMk id="25" creationId="{00000000-0000-0000-0000-000000000000}"/>
          </ac:picMkLst>
        </pc:picChg>
        <pc:picChg chg="mod">
          <ac:chgData name="Travis Robbins" userId="47b46fb5-27c3-483a-abe4-5b0e45afa2e4" providerId="ADAL" clId="{0C92D019-473C-4AFF-BB2B-3847E4F802D7}" dt="2026-01-09T17:37:30.216" v="0"/>
          <ac:picMkLst>
            <pc:docMk/>
            <pc:sldMk cId="3233571827" sldId="325"/>
            <ac:picMk id="26" creationId="{00000000-0000-0000-0000-000000000000}"/>
          </ac:picMkLst>
        </pc:picChg>
        <pc:picChg chg="mod">
          <ac:chgData name="Travis Robbins" userId="47b46fb5-27c3-483a-abe4-5b0e45afa2e4" providerId="ADAL" clId="{0C92D019-473C-4AFF-BB2B-3847E4F802D7}" dt="2026-01-09T17:37:30.216" v="0"/>
          <ac:picMkLst>
            <pc:docMk/>
            <pc:sldMk cId="3233571827" sldId="325"/>
            <ac:picMk id="27" creationId="{00000000-0000-0000-0000-000000000000}"/>
          </ac:picMkLst>
        </pc:picChg>
        <pc:picChg chg="mod">
          <ac:chgData name="Travis Robbins" userId="47b46fb5-27c3-483a-abe4-5b0e45afa2e4" providerId="ADAL" clId="{0C92D019-473C-4AFF-BB2B-3847E4F802D7}" dt="2026-01-09T17:37:30.216" v="0"/>
          <ac:picMkLst>
            <pc:docMk/>
            <pc:sldMk cId="3233571827" sldId="325"/>
            <ac:picMk id="29" creationId="{00000000-0000-0000-0000-000000000000}"/>
          </ac:picMkLst>
        </pc:picChg>
        <pc:picChg chg="mod">
          <ac:chgData name="Travis Robbins" userId="47b46fb5-27c3-483a-abe4-5b0e45afa2e4" providerId="ADAL" clId="{0C92D019-473C-4AFF-BB2B-3847E4F802D7}" dt="2026-01-09T17:37:30.216" v="0"/>
          <ac:picMkLst>
            <pc:docMk/>
            <pc:sldMk cId="3233571827" sldId="325"/>
            <ac:picMk id="30" creationId="{00000000-0000-0000-0000-000000000000}"/>
          </ac:picMkLst>
        </pc:picChg>
      </pc:sldChg>
      <pc:sldChg chg="modSp">
        <pc:chgData name="Travis Robbins" userId="47b46fb5-27c3-483a-abe4-5b0e45afa2e4" providerId="ADAL" clId="{0C92D019-473C-4AFF-BB2B-3847E4F802D7}" dt="2026-01-09T17:37:30.216" v="0"/>
        <pc:sldMkLst>
          <pc:docMk/>
          <pc:sldMk cId="2722522407" sldId="326"/>
        </pc:sldMkLst>
        <pc:spChg chg="mod">
          <ac:chgData name="Travis Robbins" userId="47b46fb5-27c3-483a-abe4-5b0e45afa2e4" providerId="ADAL" clId="{0C92D019-473C-4AFF-BB2B-3847E4F802D7}" dt="2026-01-09T17:37:30.216" v="0"/>
          <ac:spMkLst>
            <pc:docMk/>
            <pc:sldMk cId="2722522407" sldId="326"/>
            <ac:spMk id="2" creationId="{00000000-0000-0000-0000-000000000000}"/>
          </ac:spMkLst>
        </pc:spChg>
        <pc:spChg chg="mod">
          <ac:chgData name="Travis Robbins" userId="47b46fb5-27c3-483a-abe4-5b0e45afa2e4" providerId="ADAL" clId="{0C92D019-473C-4AFF-BB2B-3847E4F802D7}" dt="2026-01-09T17:37:30.216" v="0"/>
          <ac:spMkLst>
            <pc:docMk/>
            <pc:sldMk cId="2722522407" sldId="326"/>
            <ac:spMk id="3" creationId="{00000000-0000-0000-0000-000000000000}"/>
          </ac:spMkLst>
        </pc:spChg>
        <pc:picChg chg="mod">
          <ac:chgData name="Travis Robbins" userId="47b46fb5-27c3-483a-abe4-5b0e45afa2e4" providerId="ADAL" clId="{0C92D019-473C-4AFF-BB2B-3847E4F802D7}" dt="2026-01-09T17:37:30.216" v="0"/>
          <ac:picMkLst>
            <pc:docMk/>
            <pc:sldMk cId="2722522407" sldId="326"/>
            <ac:picMk id="32" creationId="{00000000-0000-0000-0000-000000000000}"/>
          </ac:picMkLst>
        </pc:picChg>
        <pc:picChg chg="mod">
          <ac:chgData name="Travis Robbins" userId="47b46fb5-27c3-483a-abe4-5b0e45afa2e4" providerId="ADAL" clId="{0C92D019-473C-4AFF-BB2B-3847E4F802D7}" dt="2026-01-09T17:37:30.216" v="0"/>
          <ac:picMkLst>
            <pc:docMk/>
            <pc:sldMk cId="2722522407" sldId="326"/>
            <ac:picMk id="33" creationId="{00000000-0000-0000-0000-000000000000}"/>
          </ac:picMkLst>
        </pc:picChg>
        <pc:picChg chg="mod">
          <ac:chgData name="Travis Robbins" userId="47b46fb5-27c3-483a-abe4-5b0e45afa2e4" providerId="ADAL" clId="{0C92D019-473C-4AFF-BB2B-3847E4F802D7}" dt="2026-01-09T17:37:30.216" v="0"/>
          <ac:picMkLst>
            <pc:docMk/>
            <pc:sldMk cId="2722522407" sldId="326"/>
            <ac:picMk id="34" creationId="{00000000-0000-0000-0000-000000000000}"/>
          </ac:picMkLst>
        </pc:picChg>
        <pc:picChg chg="mod">
          <ac:chgData name="Travis Robbins" userId="47b46fb5-27c3-483a-abe4-5b0e45afa2e4" providerId="ADAL" clId="{0C92D019-473C-4AFF-BB2B-3847E4F802D7}" dt="2026-01-09T17:37:30.216" v="0"/>
          <ac:picMkLst>
            <pc:docMk/>
            <pc:sldMk cId="2722522407" sldId="326"/>
            <ac:picMk id="37" creationId="{00000000-0000-0000-0000-000000000000}"/>
          </ac:picMkLst>
        </pc:picChg>
        <pc:picChg chg="mod">
          <ac:chgData name="Travis Robbins" userId="47b46fb5-27c3-483a-abe4-5b0e45afa2e4" providerId="ADAL" clId="{0C92D019-473C-4AFF-BB2B-3847E4F802D7}" dt="2026-01-09T17:37:30.216" v="0"/>
          <ac:picMkLst>
            <pc:docMk/>
            <pc:sldMk cId="2722522407" sldId="326"/>
            <ac:picMk id="1028" creationId="{00000000-0000-0000-0000-000000000000}"/>
          </ac:picMkLst>
        </pc:picChg>
        <pc:picChg chg="mod">
          <ac:chgData name="Travis Robbins" userId="47b46fb5-27c3-483a-abe4-5b0e45afa2e4" providerId="ADAL" clId="{0C92D019-473C-4AFF-BB2B-3847E4F802D7}" dt="2026-01-09T17:37:30.216" v="0"/>
          <ac:picMkLst>
            <pc:docMk/>
            <pc:sldMk cId="2722522407" sldId="326"/>
            <ac:picMk id="1030" creationId="{00000000-0000-0000-0000-000000000000}"/>
          </ac:picMkLst>
        </pc:picChg>
        <pc:picChg chg="mod">
          <ac:chgData name="Travis Robbins" userId="47b46fb5-27c3-483a-abe4-5b0e45afa2e4" providerId="ADAL" clId="{0C92D019-473C-4AFF-BB2B-3847E4F802D7}" dt="2026-01-09T17:37:30.216" v="0"/>
          <ac:picMkLst>
            <pc:docMk/>
            <pc:sldMk cId="2722522407" sldId="326"/>
            <ac:picMk id="1032" creationId="{00000000-0000-0000-0000-000000000000}"/>
          </ac:picMkLst>
        </pc:picChg>
        <pc:picChg chg="mod">
          <ac:chgData name="Travis Robbins" userId="47b46fb5-27c3-483a-abe4-5b0e45afa2e4" providerId="ADAL" clId="{0C92D019-473C-4AFF-BB2B-3847E4F802D7}" dt="2026-01-09T17:37:30.216" v="0"/>
          <ac:picMkLst>
            <pc:docMk/>
            <pc:sldMk cId="2722522407" sldId="326"/>
            <ac:picMk id="1034" creationId="{00000000-0000-0000-0000-000000000000}"/>
          </ac:picMkLst>
        </pc:picChg>
      </pc:sldChg>
      <pc:sldChg chg="modSp">
        <pc:chgData name="Travis Robbins" userId="47b46fb5-27c3-483a-abe4-5b0e45afa2e4" providerId="ADAL" clId="{0C92D019-473C-4AFF-BB2B-3847E4F802D7}" dt="2026-01-09T17:37:30.216" v="0"/>
        <pc:sldMkLst>
          <pc:docMk/>
          <pc:sldMk cId="3915747740" sldId="327"/>
        </pc:sldMkLst>
        <pc:spChg chg="mod">
          <ac:chgData name="Travis Robbins" userId="47b46fb5-27c3-483a-abe4-5b0e45afa2e4" providerId="ADAL" clId="{0C92D019-473C-4AFF-BB2B-3847E4F802D7}" dt="2026-01-09T17:37:30.216" v="0"/>
          <ac:spMkLst>
            <pc:docMk/>
            <pc:sldMk cId="3915747740" sldId="327"/>
            <ac:spMk id="2" creationId="{00000000-0000-0000-0000-000000000000}"/>
          </ac:spMkLst>
        </pc:spChg>
        <pc:spChg chg="mod">
          <ac:chgData name="Travis Robbins" userId="47b46fb5-27c3-483a-abe4-5b0e45afa2e4" providerId="ADAL" clId="{0C92D019-473C-4AFF-BB2B-3847E4F802D7}" dt="2026-01-09T17:37:30.216" v="0"/>
          <ac:spMkLst>
            <pc:docMk/>
            <pc:sldMk cId="3915747740" sldId="327"/>
            <ac:spMk id="3" creationId="{00000000-0000-0000-0000-000000000000}"/>
          </ac:spMkLst>
        </pc:spChg>
        <pc:picChg chg="mod">
          <ac:chgData name="Travis Robbins" userId="47b46fb5-27c3-483a-abe4-5b0e45afa2e4" providerId="ADAL" clId="{0C92D019-473C-4AFF-BB2B-3847E4F802D7}" dt="2026-01-09T17:37:30.216" v="0"/>
          <ac:picMkLst>
            <pc:docMk/>
            <pc:sldMk cId="3915747740" sldId="327"/>
            <ac:picMk id="32" creationId="{00000000-0000-0000-0000-000000000000}"/>
          </ac:picMkLst>
        </pc:picChg>
        <pc:picChg chg="mod">
          <ac:chgData name="Travis Robbins" userId="47b46fb5-27c3-483a-abe4-5b0e45afa2e4" providerId="ADAL" clId="{0C92D019-473C-4AFF-BB2B-3847E4F802D7}" dt="2026-01-09T17:37:30.216" v="0"/>
          <ac:picMkLst>
            <pc:docMk/>
            <pc:sldMk cId="3915747740" sldId="327"/>
            <ac:picMk id="33" creationId="{00000000-0000-0000-0000-000000000000}"/>
          </ac:picMkLst>
        </pc:picChg>
        <pc:picChg chg="mod">
          <ac:chgData name="Travis Robbins" userId="47b46fb5-27c3-483a-abe4-5b0e45afa2e4" providerId="ADAL" clId="{0C92D019-473C-4AFF-BB2B-3847E4F802D7}" dt="2026-01-09T17:37:30.216" v="0"/>
          <ac:picMkLst>
            <pc:docMk/>
            <pc:sldMk cId="3915747740" sldId="327"/>
            <ac:picMk id="34" creationId="{00000000-0000-0000-0000-000000000000}"/>
          </ac:picMkLst>
        </pc:picChg>
        <pc:picChg chg="mod">
          <ac:chgData name="Travis Robbins" userId="47b46fb5-27c3-483a-abe4-5b0e45afa2e4" providerId="ADAL" clId="{0C92D019-473C-4AFF-BB2B-3847E4F802D7}" dt="2026-01-09T17:37:30.216" v="0"/>
          <ac:picMkLst>
            <pc:docMk/>
            <pc:sldMk cId="3915747740" sldId="327"/>
            <ac:picMk id="37" creationId="{00000000-0000-0000-0000-000000000000}"/>
          </ac:picMkLst>
        </pc:picChg>
        <pc:picChg chg="mod">
          <ac:chgData name="Travis Robbins" userId="47b46fb5-27c3-483a-abe4-5b0e45afa2e4" providerId="ADAL" clId="{0C92D019-473C-4AFF-BB2B-3847E4F802D7}" dt="2026-01-09T17:37:30.216" v="0"/>
          <ac:picMkLst>
            <pc:docMk/>
            <pc:sldMk cId="3915747740" sldId="327"/>
            <ac:picMk id="1026" creationId="{00000000-0000-0000-0000-000000000000}"/>
          </ac:picMkLst>
        </pc:picChg>
        <pc:picChg chg="mod">
          <ac:chgData name="Travis Robbins" userId="47b46fb5-27c3-483a-abe4-5b0e45afa2e4" providerId="ADAL" clId="{0C92D019-473C-4AFF-BB2B-3847E4F802D7}" dt="2026-01-09T17:37:30.216" v="0"/>
          <ac:picMkLst>
            <pc:docMk/>
            <pc:sldMk cId="3915747740" sldId="327"/>
            <ac:picMk id="1028" creationId="{00000000-0000-0000-0000-000000000000}"/>
          </ac:picMkLst>
        </pc:picChg>
        <pc:picChg chg="mod">
          <ac:chgData name="Travis Robbins" userId="47b46fb5-27c3-483a-abe4-5b0e45afa2e4" providerId="ADAL" clId="{0C92D019-473C-4AFF-BB2B-3847E4F802D7}" dt="2026-01-09T17:37:30.216" v="0"/>
          <ac:picMkLst>
            <pc:docMk/>
            <pc:sldMk cId="3915747740" sldId="327"/>
            <ac:picMk id="1030" creationId="{00000000-0000-0000-0000-000000000000}"/>
          </ac:picMkLst>
        </pc:picChg>
        <pc:picChg chg="mod">
          <ac:chgData name="Travis Robbins" userId="47b46fb5-27c3-483a-abe4-5b0e45afa2e4" providerId="ADAL" clId="{0C92D019-473C-4AFF-BB2B-3847E4F802D7}" dt="2026-01-09T17:37:30.216" v="0"/>
          <ac:picMkLst>
            <pc:docMk/>
            <pc:sldMk cId="3915747740" sldId="327"/>
            <ac:picMk id="1034" creationId="{00000000-0000-0000-0000-000000000000}"/>
          </ac:picMkLst>
        </pc:picChg>
      </pc:sldChg>
      <pc:sldChg chg="modSp mod">
        <pc:chgData name="Travis Robbins" userId="47b46fb5-27c3-483a-abe4-5b0e45afa2e4" providerId="ADAL" clId="{0C92D019-473C-4AFF-BB2B-3847E4F802D7}" dt="2026-01-09T17:46:25.372" v="238" actId="1076"/>
        <pc:sldMkLst>
          <pc:docMk/>
          <pc:sldMk cId="3894133203" sldId="328"/>
        </pc:sldMkLst>
        <pc:spChg chg="mod">
          <ac:chgData name="Travis Robbins" userId="47b46fb5-27c3-483a-abe4-5b0e45afa2e4" providerId="ADAL" clId="{0C92D019-473C-4AFF-BB2B-3847E4F802D7}" dt="2026-01-09T17:46:25.372" v="238" actId="1076"/>
          <ac:spMkLst>
            <pc:docMk/>
            <pc:sldMk cId="3894133203" sldId="328"/>
            <ac:spMk id="2" creationId="{00000000-0000-0000-0000-000000000000}"/>
          </ac:spMkLst>
        </pc:spChg>
        <pc:spChg chg="mod">
          <ac:chgData name="Travis Robbins" userId="47b46fb5-27c3-483a-abe4-5b0e45afa2e4" providerId="ADAL" clId="{0C92D019-473C-4AFF-BB2B-3847E4F802D7}" dt="2026-01-09T17:46:22.114" v="237" actId="1076"/>
          <ac:spMkLst>
            <pc:docMk/>
            <pc:sldMk cId="3894133203" sldId="328"/>
            <ac:spMk id="3" creationId="{00000000-0000-0000-0000-000000000000}"/>
          </ac:spMkLst>
        </pc:spChg>
        <pc:picChg chg="mod">
          <ac:chgData name="Travis Robbins" userId="47b46fb5-27c3-483a-abe4-5b0e45afa2e4" providerId="ADAL" clId="{0C92D019-473C-4AFF-BB2B-3847E4F802D7}" dt="2026-01-09T17:37:30.216" v="0"/>
          <ac:picMkLst>
            <pc:docMk/>
            <pc:sldMk cId="3894133203" sldId="328"/>
            <ac:picMk id="32" creationId="{00000000-0000-0000-0000-000000000000}"/>
          </ac:picMkLst>
        </pc:picChg>
        <pc:picChg chg="mod">
          <ac:chgData name="Travis Robbins" userId="47b46fb5-27c3-483a-abe4-5b0e45afa2e4" providerId="ADAL" clId="{0C92D019-473C-4AFF-BB2B-3847E4F802D7}" dt="2026-01-09T17:37:30.216" v="0"/>
          <ac:picMkLst>
            <pc:docMk/>
            <pc:sldMk cId="3894133203" sldId="328"/>
            <ac:picMk id="33" creationId="{00000000-0000-0000-0000-000000000000}"/>
          </ac:picMkLst>
        </pc:picChg>
        <pc:picChg chg="mod">
          <ac:chgData name="Travis Robbins" userId="47b46fb5-27c3-483a-abe4-5b0e45afa2e4" providerId="ADAL" clId="{0C92D019-473C-4AFF-BB2B-3847E4F802D7}" dt="2026-01-09T17:37:30.216" v="0"/>
          <ac:picMkLst>
            <pc:docMk/>
            <pc:sldMk cId="3894133203" sldId="328"/>
            <ac:picMk id="34" creationId="{00000000-0000-0000-0000-000000000000}"/>
          </ac:picMkLst>
        </pc:picChg>
        <pc:picChg chg="mod">
          <ac:chgData name="Travis Robbins" userId="47b46fb5-27c3-483a-abe4-5b0e45afa2e4" providerId="ADAL" clId="{0C92D019-473C-4AFF-BB2B-3847E4F802D7}" dt="2026-01-09T17:37:30.216" v="0"/>
          <ac:picMkLst>
            <pc:docMk/>
            <pc:sldMk cId="3894133203" sldId="328"/>
            <ac:picMk id="37" creationId="{00000000-0000-0000-0000-000000000000}"/>
          </ac:picMkLst>
        </pc:picChg>
        <pc:picChg chg="mod">
          <ac:chgData name="Travis Robbins" userId="47b46fb5-27c3-483a-abe4-5b0e45afa2e4" providerId="ADAL" clId="{0C92D019-473C-4AFF-BB2B-3847E4F802D7}" dt="2026-01-09T17:37:30.216" v="0"/>
          <ac:picMkLst>
            <pc:docMk/>
            <pc:sldMk cId="3894133203" sldId="328"/>
            <ac:picMk id="1026" creationId="{00000000-0000-0000-0000-000000000000}"/>
          </ac:picMkLst>
        </pc:picChg>
        <pc:picChg chg="mod">
          <ac:chgData name="Travis Robbins" userId="47b46fb5-27c3-483a-abe4-5b0e45afa2e4" providerId="ADAL" clId="{0C92D019-473C-4AFF-BB2B-3847E4F802D7}" dt="2026-01-09T17:37:30.216" v="0"/>
          <ac:picMkLst>
            <pc:docMk/>
            <pc:sldMk cId="3894133203" sldId="328"/>
            <ac:picMk id="1028" creationId="{00000000-0000-0000-0000-000000000000}"/>
          </ac:picMkLst>
        </pc:picChg>
        <pc:picChg chg="mod">
          <ac:chgData name="Travis Robbins" userId="47b46fb5-27c3-483a-abe4-5b0e45afa2e4" providerId="ADAL" clId="{0C92D019-473C-4AFF-BB2B-3847E4F802D7}" dt="2026-01-09T17:37:30.216" v="0"/>
          <ac:picMkLst>
            <pc:docMk/>
            <pc:sldMk cId="3894133203" sldId="328"/>
            <ac:picMk id="1030" creationId="{00000000-0000-0000-0000-000000000000}"/>
          </ac:picMkLst>
        </pc:picChg>
        <pc:picChg chg="mod">
          <ac:chgData name="Travis Robbins" userId="47b46fb5-27c3-483a-abe4-5b0e45afa2e4" providerId="ADAL" clId="{0C92D019-473C-4AFF-BB2B-3847E4F802D7}" dt="2026-01-09T17:37:30.216" v="0"/>
          <ac:picMkLst>
            <pc:docMk/>
            <pc:sldMk cId="3894133203" sldId="328"/>
            <ac:picMk id="1034" creationId="{00000000-0000-0000-0000-000000000000}"/>
          </ac:picMkLst>
        </pc:picChg>
      </pc:sldChg>
      <pc:sldChg chg="modSp mod modNotes">
        <pc:chgData name="Travis Robbins" userId="47b46fb5-27c3-483a-abe4-5b0e45afa2e4" providerId="ADAL" clId="{0C92D019-473C-4AFF-BB2B-3847E4F802D7}" dt="2026-01-09T17:52:17.315" v="278" actId="207"/>
        <pc:sldMkLst>
          <pc:docMk/>
          <pc:sldMk cId="1337510278" sldId="331"/>
        </pc:sldMkLst>
        <pc:spChg chg="mod">
          <ac:chgData name="Travis Robbins" userId="47b46fb5-27c3-483a-abe4-5b0e45afa2e4" providerId="ADAL" clId="{0C92D019-473C-4AFF-BB2B-3847E4F802D7}" dt="2026-01-09T17:52:17.315" v="278" actId="207"/>
          <ac:spMkLst>
            <pc:docMk/>
            <pc:sldMk cId="1337510278" sldId="331"/>
            <ac:spMk id="31" creationId="{00000000-0000-0000-0000-000000000000}"/>
          </ac:spMkLst>
        </pc:spChg>
        <pc:spChg chg="mod">
          <ac:chgData name="Travis Robbins" userId="47b46fb5-27c3-483a-abe4-5b0e45afa2e4" providerId="ADAL" clId="{0C92D019-473C-4AFF-BB2B-3847E4F802D7}" dt="2026-01-09T17:37:30.216" v="0"/>
          <ac:spMkLst>
            <pc:docMk/>
            <pc:sldMk cId="1337510278" sldId="331"/>
            <ac:spMk id="32" creationId="{00000000-0000-0000-0000-000000000000}"/>
          </ac:spMkLst>
        </pc:spChg>
        <pc:picChg chg="mod">
          <ac:chgData name="Travis Robbins" userId="47b46fb5-27c3-483a-abe4-5b0e45afa2e4" providerId="ADAL" clId="{0C92D019-473C-4AFF-BB2B-3847E4F802D7}" dt="2026-01-09T17:37:30.216" v="0"/>
          <ac:picMkLst>
            <pc:docMk/>
            <pc:sldMk cId="1337510278" sldId="331"/>
            <ac:picMk id="22" creationId="{00000000-0000-0000-0000-000000000000}"/>
          </ac:picMkLst>
        </pc:picChg>
        <pc:picChg chg="mod">
          <ac:chgData name="Travis Robbins" userId="47b46fb5-27c3-483a-abe4-5b0e45afa2e4" providerId="ADAL" clId="{0C92D019-473C-4AFF-BB2B-3847E4F802D7}" dt="2026-01-09T17:37:30.216" v="0"/>
          <ac:picMkLst>
            <pc:docMk/>
            <pc:sldMk cId="1337510278" sldId="331"/>
            <ac:picMk id="23" creationId="{00000000-0000-0000-0000-000000000000}"/>
          </ac:picMkLst>
        </pc:picChg>
        <pc:picChg chg="mod">
          <ac:chgData name="Travis Robbins" userId="47b46fb5-27c3-483a-abe4-5b0e45afa2e4" providerId="ADAL" clId="{0C92D019-473C-4AFF-BB2B-3847E4F802D7}" dt="2026-01-09T17:37:30.216" v="0"/>
          <ac:picMkLst>
            <pc:docMk/>
            <pc:sldMk cId="1337510278" sldId="331"/>
            <ac:picMk id="24" creationId="{00000000-0000-0000-0000-000000000000}"/>
          </ac:picMkLst>
        </pc:picChg>
        <pc:picChg chg="mod">
          <ac:chgData name="Travis Robbins" userId="47b46fb5-27c3-483a-abe4-5b0e45afa2e4" providerId="ADAL" clId="{0C92D019-473C-4AFF-BB2B-3847E4F802D7}" dt="2026-01-09T17:37:30.216" v="0"/>
          <ac:picMkLst>
            <pc:docMk/>
            <pc:sldMk cId="1337510278" sldId="331"/>
            <ac:picMk id="25" creationId="{00000000-0000-0000-0000-000000000000}"/>
          </ac:picMkLst>
        </pc:picChg>
        <pc:picChg chg="mod">
          <ac:chgData name="Travis Robbins" userId="47b46fb5-27c3-483a-abe4-5b0e45afa2e4" providerId="ADAL" clId="{0C92D019-473C-4AFF-BB2B-3847E4F802D7}" dt="2026-01-09T17:37:30.216" v="0"/>
          <ac:picMkLst>
            <pc:docMk/>
            <pc:sldMk cId="1337510278" sldId="331"/>
            <ac:picMk id="26" creationId="{00000000-0000-0000-0000-000000000000}"/>
          </ac:picMkLst>
        </pc:picChg>
        <pc:picChg chg="mod">
          <ac:chgData name="Travis Robbins" userId="47b46fb5-27c3-483a-abe4-5b0e45afa2e4" providerId="ADAL" clId="{0C92D019-473C-4AFF-BB2B-3847E4F802D7}" dt="2026-01-09T17:37:30.216" v="0"/>
          <ac:picMkLst>
            <pc:docMk/>
            <pc:sldMk cId="1337510278" sldId="331"/>
            <ac:picMk id="28" creationId="{00000000-0000-0000-0000-000000000000}"/>
          </ac:picMkLst>
        </pc:picChg>
        <pc:picChg chg="mod">
          <ac:chgData name="Travis Robbins" userId="47b46fb5-27c3-483a-abe4-5b0e45afa2e4" providerId="ADAL" clId="{0C92D019-473C-4AFF-BB2B-3847E4F802D7}" dt="2026-01-09T17:37:30.216" v="0"/>
          <ac:picMkLst>
            <pc:docMk/>
            <pc:sldMk cId="1337510278" sldId="331"/>
            <ac:picMk id="29" creationId="{00000000-0000-0000-0000-000000000000}"/>
          </ac:picMkLst>
        </pc:picChg>
        <pc:picChg chg="mod">
          <ac:chgData name="Travis Robbins" userId="47b46fb5-27c3-483a-abe4-5b0e45afa2e4" providerId="ADAL" clId="{0C92D019-473C-4AFF-BB2B-3847E4F802D7}" dt="2026-01-09T17:37:30.216" v="0"/>
          <ac:picMkLst>
            <pc:docMk/>
            <pc:sldMk cId="1337510278" sldId="331"/>
            <ac:picMk id="30" creationId="{00000000-0000-0000-0000-000000000000}"/>
          </ac:picMkLst>
        </pc:picChg>
      </pc:sldChg>
      <pc:sldChg chg="modSp mod">
        <pc:chgData name="Travis Robbins" userId="47b46fb5-27c3-483a-abe4-5b0e45afa2e4" providerId="ADAL" clId="{0C92D019-473C-4AFF-BB2B-3847E4F802D7}" dt="2026-01-09T17:48:24.131" v="251" actId="207"/>
        <pc:sldMkLst>
          <pc:docMk/>
          <pc:sldMk cId="1784436596" sldId="336"/>
        </pc:sldMkLst>
        <pc:spChg chg="mod">
          <ac:chgData name="Travis Robbins" userId="47b46fb5-27c3-483a-abe4-5b0e45afa2e4" providerId="ADAL" clId="{0C92D019-473C-4AFF-BB2B-3847E4F802D7}" dt="2026-01-09T17:48:24.131" v="251" actId="207"/>
          <ac:spMkLst>
            <pc:docMk/>
            <pc:sldMk cId="1784436596" sldId="336"/>
            <ac:spMk id="31" creationId="{00000000-0000-0000-0000-000000000000}"/>
          </ac:spMkLst>
        </pc:spChg>
        <pc:spChg chg="mod">
          <ac:chgData name="Travis Robbins" userId="47b46fb5-27c3-483a-abe4-5b0e45afa2e4" providerId="ADAL" clId="{0C92D019-473C-4AFF-BB2B-3847E4F802D7}" dt="2026-01-09T17:37:30.216" v="0"/>
          <ac:spMkLst>
            <pc:docMk/>
            <pc:sldMk cId="1784436596" sldId="336"/>
            <ac:spMk id="32" creationId="{00000000-0000-0000-0000-000000000000}"/>
          </ac:spMkLst>
        </pc:spChg>
      </pc:sldChg>
      <pc:sldChg chg="modSp mod">
        <pc:chgData name="Travis Robbins" userId="47b46fb5-27c3-483a-abe4-5b0e45afa2e4" providerId="ADAL" clId="{0C92D019-473C-4AFF-BB2B-3847E4F802D7}" dt="2026-01-09T17:48:30.662" v="252" actId="207"/>
        <pc:sldMkLst>
          <pc:docMk/>
          <pc:sldMk cId="500193254" sldId="337"/>
        </pc:sldMkLst>
        <pc:spChg chg="mod">
          <ac:chgData name="Travis Robbins" userId="47b46fb5-27c3-483a-abe4-5b0e45afa2e4" providerId="ADAL" clId="{0C92D019-473C-4AFF-BB2B-3847E4F802D7}" dt="2026-01-09T17:48:30.662" v="252" actId="207"/>
          <ac:spMkLst>
            <pc:docMk/>
            <pc:sldMk cId="500193254" sldId="337"/>
            <ac:spMk id="31" creationId="{00000000-0000-0000-0000-000000000000}"/>
          </ac:spMkLst>
        </pc:spChg>
        <pc:spChg chg="mod">
          <ac:chgData name="Travis Robbins" userId="47b46fb5-27c3-483a-abe4-5b0e45afa2e4" providerId="ADAL" clId="{0C92D019-473C-4AFF-BB2B-3847E4F802D7}" dt="2026-01-09T17:37:30.216" v="0"/>
          <ac:spMkLst>
            <pc:docMk/>
            <pc:sldMk cId="500193254" sldId="337"/>
            <ac:spMk id="32" creationId="{00000000-0000-0000-0000-000000000000}"/>
          </ac:spMkLst>
        </pc:spChg>
      </pc:sldChg>
      <pc:sldChg chg="modSp mod">
        <pc:chgData name="Travis Robbins" userId="47b46fb5-27c3-483a-abe4-5b0e45afa2e4" providerId="ADAL" clId="{0C92D019-473C-4AFF-BB2B-3847E4F802D7}" dt="2026-01-09T17:49:59.953" v="263" actId="207"/>
        <pc:sldMkLst>
          <pc:docMk/>
          <pc:sldMk cId="3044556938" sldId="338"/>
        </pc:sldMkLst>
        <pc:spChg chg="mod">
          <ac:chgData name="Travis Robbins" userId="47b46fb5-27c3-483a-abe4-5b0e45afa2e4" providerId="ADAL" clId="{0C92D019-473C-4AFF-BB2B-3847E4F802D7}" dt="2026-01-09T17:49:59.953" v="263" actId="207"/>
          <ac:spMkLst>
            <pc:docMk/>
            <pc:sldMk cId="3044556938" sldId="338"/>
            <ac:spMk id="4" creationId="{00000000-0000-0000-0000-000000000000}"/>
          </ac:spMkLst>
        </pc:spChg>
        <pc:spChg chg="mod">
          <ac:chgData name="Travis Robbins" userId="47b46fb5-27c3-483a-abe4-5b0e45afa2e4" providerId="ADAL" clId="{0C92D019-473C-4AFF-BB2B-3847E4F802D7}" dt="2026-01-09T17:37:30.216" v="0"/>
          <ac:spMkLst>
            <pc:docMk/>
            <pc:sldMk cId="3044556938" sldId="338"/>
            <ac:spMk id="14" creationId="{00000000-0000-0000-0000-000000000000}"/>
          </ac:spMkLst>
        </pc:spChg>
        <pc:spChg chg="mod">
          <ac:chgData name="Travis Robbins" userId="47b46fb5-27c3-483a-abe4-5b0e45afa2e4" providerId="ADAL" clId="{0C92D019-473C-4AFF-BB2B-3847E4F802D7}" dt="2026-01-09T17:37:30.216" v="0"/>
          <ac:spMkLst>
            <pc:docMk/>
            <pc:sldMk cId="3044556938" sldId="338"/>
            <ac:spMk id="15" creationId="{00000000-0000-0000-0000-000000000000}"/>
          </ac:spMkLst>
        </pc:spChg>
        <pc:picChg chg="mod">
          <ac:chgData name="Travis Robbins" userId="47b46fb5-27c3-483a-abe4-5b0e45afa2e4" providerId="ADAL" clId="{0C92D019-473C-4AFF-BB2B-3847E4F802D7}" dt="2026-01-09T17:37:30.216" v="0"/>
          <ac:picMkLst>
            <pc:docMk/>
            <pc:sldMk cId="3044556938" sldId="338"/>
            <ac:picMk id="22" creationId="{00000000-0000-0000-0000-000000000000}"/>
          </ac:picMkLst>
        </pc:picChg>
        <pc:picChg chg="mod">
          <ac:chgData name="Travis Robbins" userId="47b46fb5-27c3-483a-abe4-5b0e45afa2e4" providerId="ADAL" clId="{0C92D019-473C-4AFF-BB2B-3847E4F802D7}" dt="2026-01-09T17:37:30.216" v="0"/>
          <ac:picMkLst>
            <pc:docMk/>
            <pc:sldMk cId="3044556938" sldId="338"/>
            <ac:picMk id="23" creationId="{00000000-0000-0000-0000-000000000000}"/>
          </ac:picMkLst>
        </pc:picChg>
        <pc:picChg chg="mod">
          <ac:chgData name="Travis Robbins" userId="47b46fb5-27c3-483a-abe4-5b0e45afa2e4" providerId="ADAL" clId="{0C92D019-473C-4AFF-BB2B-3847E4F802D7}" dt="2026-01-09T17:37:30.216" v="0"/>
          <ac:picMkLst>
            <pc:docMk/>
            <pc:sldMk cId="3044556938" sldId="338"/>
            <ac:picMk id="24" creationId="{00000000-0000-0000-0000-000000000000}"/>
          </ac:picMkLst>
        </pc:picChg>
        <pc:picChg chg="mod">
          <ac:chgData name="Travis Robbins" userId="47b46fb5-27c3-483a-abe4-5b0e45afa2e4" providerId="ADAL" clId="{0C92D019-473C-4AFF-BB2B-3847E4F802D7}" dt="2026-01-09T17:37:30.216" v="0"/>
          <ac:picMkLst>
            <pc:docMk/>
            <pc:sldMk cId="3044556938" sldId="338"/>
            <ac:picMk id="25" creationId="{00000000-0000-0000-0000-000000000000}"/>
          </ac:picMkLst>
        </pc:picChg>
        <pc:picChg chg="mod">
          <ac:chgData name="Travis Robbins" userId="47b46fb5-27c3-483a-abe4-5b0e45afa2e4" providerId="ADAL" clId="{0C92D019-473C-4AFF-BB2B-3847E4F802D7}" dt="2026-01-09T17:37:30.216" v="0"/>
          <ac:picMkLst>
            <pc:docMk/>
            <pc:sldMk cId="3044556938" sldId="338"/>
            <ac:picMk id="28" creationId="{00000000-0000-0000-0000-000000000000}"/>
          </ac:picMkLst>
        </pc:picChg>
        <pc:picChg chg="mod">
          <ac:chgData name="Travis Robbins" userId="47b46fb5-27c3-483a-abe4-5b0e45afa2e4" providerId="ADAL" clId="{0C92D019-473C-4AFF-BB2B-3847E4F802D7}" dt="2026-01-09T17:37:30.216" v="0"/>
          <ac:picMkLst>
            <pc:docMk/>
            <pc:sldMk cId="3044556938" sldId="338"/>
            <ac:picMk id="29" creationId="{00000000-0000-0000-0000-000000000000}"/>
          </ac:picMkLst>
        </pc:picChg>
        <pc:picChg chg="mod">
          <ac:chgData name="Travis Robbins" userId="47b46fb5-27c3-483a-abe4-5b0e45afa2e4" providerId="ADAL" clId="{0C92D019-473C-4AFF-BB2B-3847E4F802D7}" dt="2026-01-09T17:37:30.216" v="0"/>
          <ac:picMkLst>
            <pc:docMk/>
            <pc:sldMk cId="3044556938" sldId="338"/>
            <ac:picMk id="30" creationId="{00000000-0000-0000-0000-000000000000}"/>
          </ac:picMkLst>
        </pc:picChg>
      </pc:sldChg>
      <pc:sldChg chg="modSp">
        <pc:chgData name="Travis Robbins" userId="47b46fb5-27c3-483a-abe4-5b0e45afa2e4" providerId="ADAL" clId="{0C92D019-473C-4AFF-BB2B-3847E4F802D7}" dt="2026-01-09T17:37:30.216" v="0"/>
        <pc:sldMkLst>
          <pc:docMk/>
          <pc:sldMk cId="3905597728" sldId="339"/>
        </pc:sldMkLst>
        <pc:picChg chg="mod">
          <ac:chgData name="Travis Robbins" userId="47b46fb5-27c3-483a-abe4-5b0e45afa2e4" providerId="ADAL" clId="{0C92D019-473C-4AFF-BB2B-3847E4F802D7}" dt="2026-01-09T17:37:30.216" v="0"/>
          <ac:picMkLst>
            <pc:docMk/>
            <pc:sldMk cId="3905597728" sldId="339"/>
            <ac:picMk id="1026" creationId="{00000000-0000-0000-0000-000000000000}"/>
          </ac:picMkLst>
        </pc:picChg>
      </pc:sldChg>
      <pc:sldChg chg="modSp mod">
        <pc:chgData name="Travis Robbins" userId="47b46fb5-27c3-483a-abe4-5b0e45afa2e4" providerId="ADAL" clId="{0C92D019-473C-4AFF-BB2B-3847E4F802D7}" dt="2026-01-09T17:50:33.081" v="269" actId="207"/>
        <pc:sldMkLst>
          <pc:docMk/>
          <pc:sldMk cId="874144796" sldId="340"/>
        </pc:sldMkLst>
        <pc:spChg chg="mod">
          <ac:chgData name="Travis Robbins" userId="47b46fb5-27c3-483a-abe4-5b0e45afa2e4" providerId="ADAL" clId="{0C92D019-473C-4AFF-BB2B-3847E4F802D7}" dt="2026-01-09T17:37:30.216" v="0"/>
          <ac:spMkLst>
            <pc:docMk/>
            <pc:sldMk cId="874144796" sldId="340"/>
            <ac:spMk id="2" creationId="{00000000-0000-0000-0000-000000000000}"/>
          </ac:spMkLst>
        </pc:spChg>
        <pc:spChg chg="mod">
          <ac:chgData name="Travis Robbins" userId="47b46fb5-27c3-483a-abe4-5b0e45afa2e4" providerId="ADAL" clId="{0C92D019-473C-4AFF-BB2B-3847E4F802D7}" dt="2026-01-09T17:50:33.081" v="269" actId="207"/>
          <ac:spMkLst>
            <pc:docMk/>
            <pc:sldMk cId="874144796" sldId="340"/>
            <ac:spMk id="6" creationId="{00000000-0000-0000-0000-000000000000}"/>
          </ac:spMkLst>
        </pc:spChg>
      </pc:sldChg>
      <pc:sldChg chg="modSp mod">
        <pc:chgData name="Travis Robbins" userId="47b46fb5-27c3-483a-abe4-5b0e45afa2e4" providerId="ADAL" clId="{0C92D019-473C-4AFF-BB2B-3847E4F802D7}" dt="2026-01-09T17:51:32.194" v="273" actId="207"/>
        <pc:sldMkLst>
          <pc:docMk/>
          <pc:sldMk cId="4193939192" sldId="341"/>
        </pc:sldMkLst>
        <pc:spChg chg="mod">
          <ac:chgData name="Travis Robbins" userId="47b46fb5-27c3-483a-abe4-5b0e45afa2e4" providerId="ADAL" clId="{0C92D019-473C-4AFF-BB2B-3847E4F802D7}" dt="2026-01-09T17:51:17.036" v="271" actId="207"/>
          <ac:spMkLst>
            <pc:docMk/>
            <pc:sldMk cId="4193939192" sldId="341"/>
            <ac:spMk id="2" creationId="{00000000-0000-0000-0000-000000000000}"/>
          </ac:spMkLst>
        </pc:spChg>
        <pc:spChg chg="mod">
          <ac:chgData name="Travis Robbins" userId="47b46fb5-27c3-483a-abe4-5b0e45afa2e4" providerId="ADAL" clId="{0C92D019-473C-4AFF-BB2B-3847E4F802D7}" dt="2026-01-09T17:51:32.194" v="273" actId="207"/>
          <ac:spMkLst>
            <pc:docMk/>
            <pc:sldMk cId="4193939192" sldId="341"/>
            <ac:spMk id="3" creationId="{00000000-0000-0000-0000-000000000000}"/>
          </ac:spMkLst>
        </pc:spChg>
        <pc:spChg chg="mod">
          <ac:chgData name="Travis Robbins" userId="47b46fb5-27c3-483a-abe4-5b0e45afa2e4" providerId="ADAL" clId="{0C92D019-473C-4AFF-BB2B-3847E4F802D7}" dt="2026-01-09T17:38:53.321" v="28" actId="1038"/>
          <ac:spMkLst>
            <pc:docMk/>
            <pc:sldMk cId="4193939192" sldId="341"/>
            <ac:spMk id="4" creationId="{00000000-0000-0000-0000-000000000000}"/>
          </ac:spMkLst>
        </pc:spChg>
        <pc:spChg chg="mod">
          <ac:chgData name="Travis Robbins" userId="47b46fb5-27c3-483a-abe4-5b0e45afa2e4" providerId="ADAL" clId="{0C92D019-473C-4AFF-BB2B-3847E4F802D7}" dt="2026-01-09T17:37:30.216" v="0"/>
          <ac:spMkLst>
            <pc:docMk/>
            <pc:sldMk cId="4193939192" sldId="341"/>
            <ac:spMk id="15" creationId="{00000000-0000-0000-0000-000000000000}"/>
          </ac:spMkLst>
        </pc:spChg>
        <pc:picChg chg="mod">
          <ac:chgData name="Travis Robbins" userId="47b46fb5-27c3-483a-abe4-5b0e45afa2e4" providerId="ADAL" clId="{0C92D019-473C-4AFF-BB2B-3847E4F802D7}" dt="2026-01-09T17:37:30.216" v="0"/>
          <ac:picMkLst>
            <pc:docMk/>
            <pc:sldMk cId="4193939192" sldId="341"/>
            <ac:picMk id="23" creationId="{00000000-0000-0000-0000-000000000000}"/>
          </ac:picMkLst>
        </pc:picChg>
        <pc:picChg chg="mod">
          <ac:chgData name="Travis Robbins" userId="47b46fb5-27c3-483a-abe4-5b0e45afa2e4" providerId="ADAL" clId="{0C92D019-473C-4AFF-BB2B-3847E4F802D7}" dt="2026-01-09T17:37:30.216" v="0"/>
          <ac:picMkLst>
            <pc:docMk/>
            <pc:sldMk cId="4193939192" sldId="341"/>
            <ac:picMk id="24" creationId="{00000000-0000-0000-0000-000000000000}"/>
          </ac:picMkLst>
        </pc:picChg>
        <pc:picChg chg="mod">
          <ac:chgData name="Travis Robbins" userId="47b46fb5-27c3-483a-abe4-5b0e45afa2e4" providerId="ADAL" clId="{0C92D019-473C-4AFF-BB2B-3847E4F802D7}" dt="2026-01-09T17:37:30.216" v="0"/>
          <ac:picMkLst>
            <pc:docMk/>
            <pc:sldMk cId="4193939192" sldId="341"/>
            <ac:picMk id="25" creationId="{00000000-0000-0000-0000-000000000000}"/>
          </ac:picMkLst>
        </pc:picChg>
        <pc:picChg chg="mod">
          <ac:chgData name="Travis Robbins" userId="47b46fb5-27c3-483a-abe4-5b0e45afa2e4" providerId="ADAL" clId="{0C92D019-473C-4AFF-BB2B-3847E4F802D7}" dt="2026-01-09T17:37:30.216" v="0"/>
          <ac:picMkLst>
            <pc:docMk/>
            <pc:sldMk cId="4193939192" sldId="341"/>
            <ac:picMk id="26" creationId="{00000000-0000-0000-0000-000000000000}"/>
          </ac:picMkLst>
        </pc:picChg>
        <pc:picChg chg="mod">
          <ac:chgData name="Travis Robbins" userId="47b46fb5-27c3-483a-abe4-5b0e45afa2e4" providerId="ADAL" clId="{0C92D019-473C-4AFF-BB2B-3847E4F802D7}" dt="2026-01-09T17:37:30.216" v="0"/>
          <ac:picMkLst>
            <pc:docMk/>
            <pc:sldMk cId="4193939192" sldId="341"/>
            <ac:picMk id="29" creationId="{00000000-0000-0000-0000-000000000000}"/>
          </ac:picMkLst>
        </pc:picChg>
        <pc:picChg chg="mod">
          <ac:chgData name="Travis Robbins" userId="47b46fb5-27c3-483a-abe4-5b0e45afa2e4" providerId="ADAL" clId="{0C92D019-473C-4AFF-BB2B-3847E4F802D7}" dt="2026-01-09T17:37:30.216" v="0"/>
          <ac:picMkLst>
            <pc:docMk/>
            <pc:sldMk cId="4193939192" sldId="341"/>
            <ac:picMk id="30" creationId="{00000000-0000-0000-0000-000000000000}"/>
          </ac:picMkLst>
        </pc:picChg>
      </pc:sldChg>
      <pc:sldChg chg="modSp mod">
        <pc:chgData name="Travis Robbins" userId="47b46fb5-27c3-483a-abe4-5b0e45afa2e4" providerId="ADAL" clId="{0C92D019-473C-4AFF-BB2B-3847E4F802D7}" dt="2026-01-09T17:51:59.503" v="276" actId="207"/>
        <pc:sldMkLst>
          <pc:docMk/>
          <pc:sldMk cId="3619175929" sldId="342"/>
        </pc:sldMkLst>
        <pc:spChg chg="mod">
          <ac:chgData name="Travis Robbins" userId="47b46fb5-27c3-483a-abe4-5b0e45afa2e4" providerId="ADAL" clId="{0C92D019-473C-4AFF-BB2B-3847E4F802D7}" dt="2026-01-09T17:51:59.503" v="276" actId="207"/>
          <ac:spMkLst>
            <pc:docMk/>
            <pc:sldMk cId="3619175929" sldId="342"/>
            <ac:spMk id="2" creationId="{00000000-0000-0000-0000-000000000000}"/>
          </ac:spMkLst>
        </pc:spChg>
        <pc:spChg chg="mod">
          <ac:chgData name="Travis Robbins" userId="47b46fb5-27c3-483a-abe4-5b0e45afa2e4" providerId="ADAL" clId="{0C92D019-473C-4AFF-BB2B-3847E4F802D7}" dt="2026-01-09T17:39:07.483" v="30" actId="1076"/>
          <ac:spMkLst>
            <pc:docMk/>
            <pc:sldMk cId="3619175929" sldId="342"/>
            <ac:spMk id="4" creationId="{00000000-0000-0000-0000-000000000000}"/>
          </ac:spMkLst>
        </pc:spChg>
        <pc:spChg chg="mod">
          <ac:chgData name="Travis Robbins" userId="47b46fb5-27c3-483a-abe4-5b0e45afa2e4" providerId="ADAL" clId="{0C92D019-473C-4AFF-BB2B-3847E4F802D7}" dt="2026-01-09T17:37:30.216" v="0"/>
          <ac:spMkLst>
            <pc:docMk/>
            <pc:sldMk cId="3619175929" sldId="342"/>
            <ac:spMk id="15" creationId="{00000000-0000-0000-0000-000000000000}"/>
          </ac:spMkLst>
        </pc:spChg>
      </pc:sldChg>
      <pc:sldChg chg="modSp mod">
        <pc:chgData name="Travis Robbins" userId="47b46fb5-27c3-483a-abe4-5b0e45afa2e4" providerId="ADAL" clId="{0C92D019-473C-4AFF-BB2B-3847E4F802D7}" dt="2026-01-09T17:50:26.652" v="268" actId="207"/>
        <pc:sldMkLst>
          <pc:docMk/>
          <pc:sldMk cId="2304950477" sldId="343"/>
        </pc:sldMkLst>
        <pc:spChg chg="mod">
          <ac:chgData name="Travis Robbins" userId="47b46fb5-27c3-483a-abe4-5b0e45afa2e4" providerId="ADAL" clId="{0C92D019-473C-4AFF-BB2B-3847E4F802D7}" dt="2026-01-09T17:50:26.652" v="268" actId="207"/>
          <ac:spMkLst>
            <pc:docMk/>
            <pc:sldMk cId="2304950477" sldId="343"/>
            <ac:spMk id="31" creationId="{00000000-0000-0000-0000-000000000000}"/>
          </ac:spMkLst>
        </pc:spChg>
        <pc:spChg chg="mod">
          <ac:chgData name="Travis Robbins" userId="47b46fb5-27c3-483a-abe4-5b0e45afa2e4" providerId="ADAL" clId="{0C92D019-473C-4AFF-BB2B-3847E4F802D7}" dt="2026-01-09T17:37:30.216" v="0"/>
          <ac:spMkLst>
            <pc:docMk/>
            <pc:sldMk cId="2304950477" sldId="343"/>
            <ac:spMk id="32" creationId="{00000000-0000-0000-0000-000000000000}"/>
          </ac:spMkLst>
        </pc:spChg>
        <pc:picChg chg="mod">
          <ac:chgData name="Travis Robbins" userId="47b46fb5-27c3-483a-abe4-5b0e45afa2e4" providerId="ADAL" clId="{0C92D019-473C-4AFF-BB2B-3847E4F802D7}" dt="2026-01-09T17:37:30.216" v="0"/>
          <ac:picMkLst>
            <pc:docMk/>
            <pc:sldMk cId="2304950477" sldId="343"/>
            <ac:picMk id="22" creationId="{00000000-0000-0000-0000-000000000000}"/>
          </ac:picMkLst>
        </pc:picChg>
        <pc:picChg chg="mod">
          <ac:chgData name="Travis Robbins" userId="47b46fb5-27c3-483a-abe4-5b0e45afa2e4" providerId="ADAL" clId="{0C92D019-473C-4AFF-BB2B-3847E4F802D7}" dt="2026-01-09T17:37:30.216" v="0"/>
          <ac:picMkLst>
            <pc:docMk/>
            <pc:sldMk cId="2304950477" sldId="343"/>
            <ac:picMk id="23" creationId="{00000000-0000-0000-0000-000000000000}"/>
          </ac:picMkLst>
        </pc:picChg>
        <pc:picChg chg="mod">
          <ac:chgData name="Travis Robbins" userId="47b46fb5-27c3-483a-abe4-5b0e45afa2e4" providerId="ADAL" clId="{0C92D019-473C-4AFF-BB2B-3847E4F802D7}" dt="2026-01-09T17:37:30.216" v="0"/>
          <ac:picMkLst>
            <pc:docMk/>
            <pc:sldMk cId="2304950477" sldId="343"/>
            <ac:picMk id="24" creationId="{00000000-0000-0000-0000-000000000000}"/>
          </ac:picMkLst>
        </pc:picChg>
        <pc:picChg chg="mod">
          <ac:chgData name="Travis Robbins" userId="47b46fb5-27c3-483a-abe4-5b0e45afa2e4" providerId="ADAL" clId="{0C92D019-473C-4AFF-BB2B-3847E4F802D7}" dt="2026-01-09T17:37:30.216" v="0"/>
          <ac:picMkLst>
            <pc:docMk/>
            <pc:sldMk cId="2304950477" sldId="343"/>
            <ac:picMk id="25" creationId="{00000000-0000-0000-0000-000000000000}"/>
          </ac:picMkLst>
        </pc:picChg>
        <pc:picChg chg="mod">
          <ac:chgData name="Travis Robbins" userId="47b46fb5-27c3-483a-abe4-5b0e45afa2e4" providerId="ADAL" clId="{0C92D019-473C-4AFF-BB2B-3847E4F802D7}" dt="2026-01-09T17:37:30.216" v="0"/>
          <ac:picMkLst>
            <pc:docMk/>
            <pc:sldMk cId="2304950477" sldId="343"/>
            <ac:picMk id="26" creationId="{00000000-0000-0000-0000-000000000000}"/>
          </ac:picMkLst>
        </pc:picChg>
        <pc:picChg chg="mod">
          <ac:chgData name="Travis Robbins" userId="47b46fb5-27c3-483a-abe4-5b0e45afa2e4" providerId="ADAL" clId="{0C92D019-473C-4AFF-BB2B-3847E4F802D7}" dt="2026-01-09T17:37:30.216" v="0"/>
          <ac:picMkLst>
            <pc:docMk/>
            <pc:sldMk cId="2304950477" sldId="343"/>
            <ac:picMk id="27" creationId="{00000000-0000-0000-0000-000000000000}"/>
          </ac:picMkLst>
        </pc:picChg>
        <pc:picChg chg="mod">
          <ac:chgData name="Travis Robbins" userId="47b46fb5-27c3-483a-abe4-5b0e45afa2e4" providerId="ADAL" clId="{0C92D019-473C-4AFF-BB2B-3847E4F802D7}" dt="2026-01-09T17:37:30.216" v="0"/>
          <ac:picMkLst>
            <pc:docMk/>
            <pc:sldMk cId="2304950477" sldId="343"/>
            <ac:picMk id="28" creationId="{00000000-0000-0000-0000-000000000000}"/>
          </ac:picMkLst>
        </pc:picChg>
        <pc:picChg chg="mod">
          <ac:chgData name="Travis Robbins" userId="47b46fb5-27c3-483a-abe4-5b0e45afa2e4" providerId="ADAL" clId="{0C92D019-473C-4AFF-BB2B-3847E4F802D7}" dt="2026-01-09T17:37:30.216" v="0"/>
          <ac:picMkLst>
            <pc:docMk/>
            <pc:sldMk cId="2304950477" sldId="343"/>
            <ac:picMk id="29" creationId="{00000000-0000-0000-0000-000000000000}"/>
          </ac:picMkLst>
        </pc:picChg>
      </pc:sldChg>
      <pc:sldChg chg="modSp mod setBg">
        <pc:chgData name="Travis Robbins" userId="47b46fb5-27c3-483a-abe4-5b0e45afa2e4" providerId="ADAL" clId="{0C92D019-473C-4AFF-BB2B-3847E4F802D7}" dt="2026-01-09T17:47:26.803" v="243" actId="207"/>
        <pc:sldMkLst>
          <pc:docMk/>
          <pc:sldMk cId="2282750801" sldId="345"/>
        </pc:sldMkLst>
        <pc:spChg chg="mod">
          <ac:chgData name="Travis Robbins" userId="47b46fb5-27c3-483a-abe4-5b0e45afa2e4" providerId="ADAL" clId="{0C92D019-473C-4AFF-BB2B-3847E4F802D7}" dt="2026-01-09T17:37:30.216" v="0"/>
          <ac:spMkLst>
            <pc:docMk/>
            <pc:sldMk cId="2282750801" sldId="345"/>
            <ac:spMk id="2" creationId="{00000000-0000-0000-0000-000000000000}"/>
          </ac:spMkLst>
        </pc:spChg>
        <pc:spChg chg="mod">
          <ac:chgData name="Travis Robbins" userId="47b46fb5-27c3-483a-abe4-5b0e45afa2e4" providerId="ADAL" clId="{0C92D019-473C-4AFF-BB2B-3847E4F802D7}" dt="2026-01-09T17:47:26.803" v="243" actId="207"/>
          <ac:spMkLst>
            <pc:docMk/>
            <pc:sldMk cId="2282750801" sldId="345"/>
            <ac:spMk id="3" creationId="{00000000-0000-0000-0000-000000000000}"/>
          </ac:spMkLst>
        </pc:spChg>
      </pc:sldChg>
      <pc:sldChg chg="modSp mod">
        <pc:chgData name="Travis Robbins" userId="47b46fb5-27c3-483a-abe4-5b0e45afa2e4" providerId="ADAL" clId="{0C92D019-473C-4AFF-BB2B-3847E4F802D7}" dt="2026-01-09T17:52:07.872" v="277" actId="207"/>
        <pc:sldMkLst>
          <pc:docMk/>
          <pc:sldMk cId="1573126342" sldId="346"/>
        </pc:sldMkLst>
        <pc:spChg chg="mod">
          <ac:chgData name="Travis Robbins" userId="47b46fb5-27c3-483a-abe4-5b0e45afa2e4" providerId="ADAL" clId="{0C92D019-473C-4AFF-BB2B-3847E4F802D7}" dt="2026-01-09T17:52:07.872" v="277" actId="207"/>
          <ac:spMkLst>
            <pc:docMk/>
            <pc:sldMk cId="1573126342" sldId="346"/>
            <ac:spMk id="2" creationId="{00000000-0000-0000-0000-000000000000}"/>
          </ac:spMkLst>
        </pc:spChg>
        <pc:spChg chg="mod">
          <ac:chgData name="Travis Robbins" userId="47b46fb5-27c3-483a-abe4-5b0e45afa2e4" providerId="ADAL" clId="{0C92D019-473C-4AFF-BB2B-3847E4F802D7}" dt="2026-01-09T17:37:30.216" v="0"/>
          <ac:spMkLst>
            <pc:docMk/>
            <pc:sldMk cId="1573126342" sldId="346"/>
            <ac:spMk id="4" creationId="{00000000-0000-0000-0000-000000000000}"/>
          </ac:spMkLst>
        </pc:spChg>
        <pc:spChg chg="mod">
          <ac:chgData name="Travis Robbins" userId="47b46fb5-27c3-483a-abe4-5b0e45afa2e4" providerId="ADAL" clId="{0C92D019-473C-4AFF-BB2B-3847E4F802D7}" dt="2026-01-09T17:37:30.216" v="0"/>
          <ac:spMkLst>
            <pc:docMk/>
            <pc:sldMk cId="1573126342" sldId="346"/>
            <ac:spMk id="15" creationId="{00000000-0000-0000-0000-000000000000}"/>
          </ac:spMkLst>
        </pc:spChg>
        <pc:picChg chg="mod">
          <ac:chgData name="Travis Robbins" userId="47b46fb5-27c3-483a-abe4-5b0e45afa2e4" providerId="ADAL" clId="{0C92D019-473C-4AFF-BB2B-3847E4F802D7}" dt="2026-01-09T17:37:30.216" v="0"/>
          <ac:picMkLst>
            <pc:docMk/>
            <pc:sldMk cId="1573126342" sldId="346"/>
            <ac:picMk id="22" creationId="{00000000-0000-0000-0000-000000000000}"/>
          </ac:picMkLst>
        </pc:picChg>
        <pc:picChg chg="mod">
          <ac:chgData name="Travis Robbins" userId="47b46fb5-27c3-483a-abe4-5b0e45afa2e4" providerId="ADAL" clId="{0C92D019-473C-4AFF-BB2B-3847E4F802D7}" dt="2026-01-09T17:37:30.216" v="0"/>
          <ac:picMkLst>
            <pc:docMk/>
            <pc:sldMk cId="1573126342" sldId="346"/>
            <ac:picMk id="23" creationId="{00000000-0000-0000-0000-000000000000}"/>
          </ac:picMkLst>
        </pc:picChg>
        <pc:picChg chg="mod">
          <ac:chgData name="Travis Robbins" userId="47b46fb5-27c3-483a-abe4-5b0e45afa2e4" providerId="ADAL" clId="{0C92D019-473C-4AFF-BB2B-3847E4F802D7}" dt="2026-01-09T17:37:30.216" v="0"/>
          <ac:picMkLst>
            <pc:docMk/>
            <pc:sldMk cId="1573126342" sldId="346"/>
            <ac:picMk id="24" creationId="{00000000-0000-0000-0000-000000000000}"/>
          </ac:picMkLst>
        </pc:picChg>
        <pc:picChg chg="mod">
          <ac:chgData name="Travis Robbins" userId="47b46fb5-27c3-483a-abe4-5b0e45afa2e4" providerId="ADAL" clId="{0C92D019-473C-4AFF-BB2B-3847E4F802D7}" dt="2026-01-09T17:37:30.216" v="0"/>
          <ac:picMkLst>
            <pc:docMk/>
            <pc:sldMk cId="1573126342" sldId="346"/>
            <ac:picMk id="25" creationId="{00000000-0000-0000-0000-000000000000}"/>
          </ac:picMkLst>
        </pc:picChg>
        <pc:picChg chg="mod">
          <ac:chgData name="Travis Robbins" userId="47b46fb5-27c3-483a-abe4-5b0e45afa2e4" providerId="ADAL" clId="{0C92D019-473C-4AFF-BB2B-3847E4F802D7}" dt="2026-01-09T17:37:30.216" v="0"/>
          <ac:picMkLst>
            <pc:docMk/>
            <pc:sldMk cId="1573126342" sldId="346"/>
            <ac:picMk id="27" creationId="{00000000-0000-0000-0000-000000000000}"/>
          </ac:picMkLst>
        </pc:picChg>
        <pc:picChg chg="mod">
          <ac:chgData name="Travis Robbins" userId="47b46fb5-27c3-483a-abe4-5b0e45afa2e4" providerId="ADAL" clId="{0C92D019-473C-4AFF-BB2B-3847E4F802D7}" dt="2026-01-09T17:37:30.216" v="0"/>
          <ac:picMkLst>
            <pc:docMk/>
            <pc:sldMk cId="1573126342" sldId="346"/>
            <ac:picMk id="28" creationId="{00000000-0000-0000-0000-000000000000}"/>
          </ac:picMkLst>
        </pc:picChg>
        <pc:picChg chg="mod">
          <ac:chgData name="Travis Robbins" userId="47b46fb5-27c3-483a-abe4-5b0e45afa2e4" providerId="ADAL" clId="{0C92D019-473C-4AFF-BB2B-3847E4F802D7}" dt="2026-01-09T17:37:30.216" v="0"/>
          <ac:picMkLst>
            <pc:docMk/>
            <pc:sldMk cId="1573126342" sldId="346"/>
            <ac:picMk id="29" creationId="{00000000-0000-0000-0000-000000000000}"/>
          </ac:picMkLst>
        </pc:picChg>
      </pc:sldChg>
      <pc:sldChg chg="modSp mod">
        <pc:chgData name="Travis Robbins" userId="47b46fb5-27c3-483a-abe4-5b0e45afa2e4" providerId="ADAL" clId="{0C92D019-473C-4AFF-BB2B-3847E4F802D7}" dt="2026-01-09T17:52:49.087" v="284" actId="207"/>
        <pc:sldMkLst>
          <pc:docMk/>
          <pc:sldMk cId="3329060911" sldId="347"/>
        </pc:sldMkLst>
        <pc:spChg chg="mod">
          <ac:chgData name="Travis Robbins" userId="47b46fb5-27c3-483a-abe4-5b0e45afa2e4" providerId="ADAL" clId="{0C92D019-473C-4AFF-BB2B-3847E4F802D7}" dt="2026-01-09T17:52:49.087" v="284" actId="207"/>
          <ac:spMkLst>
            <pc:docMk/>
            <pc:sldMk cId="3329060911" sldId="347"/>
            <ac:spMk id="31" creationId="{00000000-0000-0000-0000-000000000000}"/>
          </ac:spMkLst>
        </pc:spChg>
        <pc:picChg chg="mod">
          <ac:chgData name="Travis Robbins" userId="47b46fb5-27c3-483a-abe4-5b0e45afa2e4" providerId="ADAL" clId="{0C92D019-473C-4AFF-BB2B-3847E4F802D7}" dt="2026-01-09T17:37:30.216" v="0"/>
          <ac:picMkLst>
            <pc:docMk/>
            <pc:sldMk cId="3329060911" sldId="347"/>
            <ac:picMk id="2" creationId="{00000000-0000-0000-0000-000000000000}"/>
          </ac:picMkLst>
        </pc:picChg>
      </pc:sldChg>
      <pc:sldMasterChg chg="modSp setBg modSldLayout">
        <pc:chgData name="Travis Robbins" userId="47b46fb5-27c3-483a-abe4-5b0e45afa2e4" providerId="ADAL" clId="{0C92D019-473C-4AFF-BB2B-3847E4F802D7}" dt="2026-01-09T17:46:03.058" v="235"/>
        <pc:sldMasterMkLst>
          <pc:docMk/>
          <pc:sldMasterMk cId="2356210305" sldId="2147483648"/>
        </pc:sldMasterMkLst>
        <pc:spChg chg="mod">
          <ac:chgData name="Travis Robbins" userId="47b46fb5-27c3-483a-abe4-5b0e45afa2e4" providerId="ADAL" clId="{0C92D019-473C-4AFF-BB2B-3847E4F802D7}" dt="2026-01-09T17:37:30.216" v="0"/>
          <ac:spMkLst>
            <pc:docMk/>
            <pc:sldMasterMk cId="2356210305" sldId="2147483648"/>
            <ac:spMk id="2" creationId="{00000000-0000-0000-0000-000000000000}"/>
          </ac:spMkLst>
        </pc:spChg>
        <pc:spChg chg="mod">
          <ac:chgData name="Travis Robbins" userId="47b46fb5-27c3-483a-abe4-5b0e45afa2e4" providerId="ADAL" clId="{0C92D019-473C-4AFF-BB2B-3847E4F802D7}" dt="2026-01-09T17:37:30.216" v="0"/>
          <ac:spMkLst>
            <pc:docMk/>
            <pc:sldMasterMk cId="2356210305" sldId="2147483648"/>
            <ac:spMk id="3" creationId="{00000000-0000-0000-0000-000000000000}"/>
          </ac:spMkLst>
        </pc:spChg>
        <pc:spChg chg="mod">
          <ac:chgData name="Travis Robbins" userId="47b46fb5-27c3-483a-abe4-5b0e45afa2e4" providerId="ADAL" clId="{0C92D019-473C-4AFF-BB2B-3847E4F802D7}" dt="2026-01-09T17:37:30.216" v="0"/>
          <ac:spMkLst>
            <pc:docMk/>
            <pc:sldMasterMk cId="2356210305" sldId="2147483648"/>
            <ac:spMk id="4" creationId="{00000000-0000-0000-0000-000000000000}"/>
          </ac:spMkLst>
        </pc:spChg>
        <pc:spChg chg="mod">
          <ac:chgData name="Travis Robbins" userId="47b46fb5-27c3-483a-abe4-5b0e45afa2e4" providerId="ADAL" clId="{0C92D019-473C-4AFF-BB2B-3847E4F802D7}" dt="2026-01-09T17:37:30.216" v="0"/>
          <ac:spMkLst>
            <pc:docMk/>
            <pc:sldMasterMk cId="2356210305" sldId="2147483648"/>
            <ac:spMk id="5" creationId="{00000000-0000-0000-0000-000000000000}"/>
          </ac:spMkLst>
        </pc:spChg>
        <pc:spChg chg="mod">
          <ac:chgData name="Travis Robbins" userId="47b46fb5-27c3-483a-abe4-5b0e45afa2e4" providerId="ADAL" clId="{0C92D019-473C-4AFF-BB2B-3847E4F802D7}" dt="2026-01-09T17:37:30.216" v="0"/>
          <ac:spMkLst>
            <pc:docMk/>
            <pc:sldMasterMk cId="2356210305" sldId="2147483648"/>
            <ac:spMk id="6" creationId="{00000000-0000-0000-0000-000000000000}"/>
          </ac:spMkLst>
        </pc:spChg>
        <pc:sldLayoutChg chg="modSp setBg">
          <pc:chgData name="Travis Robbins" userId="47b46fb5-27c3-483a-abe4-5b0e45afa2e4" providerId="ADAL" clId="{0C92D019-473C-4AFF-BB2B-3847E4F802D7}" dt="2026-01-09T17:46:03.058" v="235"/>
          <pc:sldLayoutMkLst>
            <pc:docMk/>
            <pc:sldMasterMk cId="2356210305" sldId="2147483648"/>
            <pc:sldLayoutMk cId="2696056467" sldId="2147483649"/>
          </pc:sldLayoutMkLst>
          <pc:spChg chg="mod">
            <ac:chgData name="Travis Robbins" userId="47b46fb5-27c3-483a-abe4-5b0e45afa2e4" providerId="ADAL" clId="{0C92D019-473C-4AFF-BB2B-3847E4F802D7}" dt="2026-01-09T17:37:30.216" v="0"/>
            <ac:spMkLst>
              <pc:docMk/>
              <pc:sldMasterMk cId="2356210305" sldId="2147483648"/>
              <pc:sldLayoutMk cId="2696056467" sldId="2147483649"/>
              <ac:spMk id="2" creationId="{00000000-0000-0000-0000-000000000000}"/>
            </ac:spMkLst>
          </pc:spChg>
          <pc:spChg chg="mod">
            <ac:chgData name="Travis Robbins" userId="47b46fb5-27c3-483a-abe4-5b0e45afa2e4" providerId="ADAL" clId="{0C92D019-473C-4AFF-BB2B-3847E4F802D7}" dt="2026-01-09T17:37:30.216" v="0"/>
            <ac:spMkLst>
              <pc:docMk/>
              <pc:sldMasterMk cId="2356210305" sldId="2147483648"/>
              <pc:sldLayoutMk cId="2696056467" sldId="2147483649"/>
              <ac:spMk id="3" creationId="{00000000-0000-0000-0000-000000000000}"/>
            </ac:spMkLst>
          </pc:spChg>
        </pc:sldLayoutChg>
        <pc:sldLayoutChg chg="setBg">
          <pc:chgData name="Travis Robbins" userId="47b46fb5-27c3-483a-abe4-5b0e45afa2e4" providerId="ADAL" clId="{0C92D019-473C-4AFF-BB2B-3847E4F802D7}" dt="2026-01-09T17:46:03.058" v="235"/>
          <pc:sldLayoutMkLst>
            <pc:docMk/>
            <pc:sldMasterMk cId="2356210305" sldId="2147483648"/>
            <pc:sldLayoutMk cId="2820993144" sldId="2147483650"/>
          </pc:sldLayoutMkLst>
        </pc:sldLayoutChg>
        <pc:sldLayoutChg chg="modSp setBg">
          <pc:chgData name="Travis Robbins" userId="47b46fb5-27c3-483a-abe4-5b0e45afa2e4" providerId="ADAL" clId="{0C92D019-473C-4AFF-BB2B-3847E4F802D7}" dt="2026-01-09T17:46:03.058" v="235"/>
          <pc:sldLayoutMkLst>
            <pc:docMk/>
            <pc:sldMasterMk cId="2356210305" sldId="2147483648"/>
            <pc:sldLayoutMk cId="1371549913" sldId="2147483651"/>
          </pc:sldLayoutMkLst>
          <pc:spChg chg="mod">
            <ac:chgData name="Travis Robbins" userId="47b46fb5-27c3-483a-abe4-5b0e45afa2e4" providerId="ADAL" clId="{0C92D019-473C-4AFF-BB2B-3847E4F802D7}" dt="2026-01-09T17:37:30.216" v="0"/>
            <ac:spMkLst>
              <pc:docMk/>
              <pc:sldMasterMk cId="2356210305" sldId="2147483648"/>
              <pc:sldLayoutMk cId="1371549913" sldId="2147483651"/>
              <ac:spMk id="2" creationId="{00000000-0000-0000-0000-000000000000}"/>
            </ac:spMkLst>
          </pc:spChg>
          <pc:spChg chg="mod">
            <ac:chgData name="Travis Robbins" userId="47b46fb5-27c3-483a-abe4-5b0e45afa2e4" providerId="ADAL" clId="{0C92D019-473C-4AFF-BB2B-3847E4F802D7}" dt="2026-01-09T17:37:30.216" v="0"/>
            <ac:spMkLst>
              <pc:docMk/>
              <pc:sldMasterMk cId="2356210305" sldId="2147483648"/>
              <pc:sldLayoutMk cId="1371549913" sldId="2147483651"/>
              <ac:spMk id="3" creationId="{00000000-0000-0000-0000-000000000000}"/>
            </ac:spMkLst>
          </pc:spChg>
        </pc:sldLayoutChg>
        <pc:sldLayoutChg chg="modSp setBg">
          <pc:chgData name="Travis Robbins" userId="47b46fb5-27c3-483a-abe4-5b0e45afa2e4" providerId="ADAL" clId="{0C92D019-473C-4AFF-BB2B-3847E4F802D7}" dt="2026-01-09T17:46:03.058" v="235"/>
          <pc:sldLayoutMkLst>
            <pc:docMk/>
            <pc:sldMasterMk cId="2356210305" sldId="2147483648"/>
            <pc:sldLayoutMk cId="155629958" sldId="2147483652"/>
          </pc:sldLayoutMkLst>
          <pc:spChg chg="mod">
            <ac:chgData name="Travis Robbins" userId="47b46fb5-27c3-483a-abe4-5b0e45afa2e4" providerId="ADAL" clId="{0C92D019-473C-4AFF-BB2B-3847E4F802D7}" dt="2026-01-09T17:37:30.216" v="0"/>
            <ac:spMkLst>
              <pc:docMk/>
              <pc:sldMasterMk cId="2356210305" sldId="2147483648"/>
              <pc:sldLayoutMk cId="155629958" sldId="2147483652"/>
              <ac:spMk id="3" creationId="{00000000-0000-0000-0000-000000000000}"/>
            </ac:spMkLst>
          </pc:spChg>
          <pc:spChg chg="mod">
            <ac:chgData name="Travis Robbins" userId="47b46fb5-27c3-483a-abe4-5b0e45afa2e4" providerId="ADAL" clId="{0C92D019-473C-4AFF-BB2B-3847E4F802D7}" dt="2026-01-09T17:37:30.216" v="0"/>
            <ac:spMkLst>
              <pc:docMk/>
              <pc:sldMasterMk cId="2356210305" sldId="2147483648"/>
              <pc:sldLayoutMk cId="155629958" sldId="2147483652"/>
              <ac:spMk id="4" creationId="{00000000-0000-0000-0000-000000000000}"/>
            </ac:spMkLst>
          </pc:spChg>
        </pc:sldLayoutChg>
        <pc:sldLayoutChg chg="modSp setBg">
          <pc:chgData name="Travis Robbins" userId="47b46fb5-27c3-483a-abe4-5b0e45afa2e4" providerId="ADAL" clId="{0C92D019-473C-4AFF-BB2B-3847E4F802D7}" dt="2026-01-09T17:46:03.058" v="235"/>
          <pc:sldLayoutMkLst>
            <pc:docMk/>
            <pc:sldMasterMk cId="2356210305" sldId="2147483648"/>
            <pc:sldLayoutMk cId="32895060" sldId="2147483653"/>
          </pc:sldLayoutMkLst>
          <pc:spChg chg="mod">
            <ac:chgData name="Travis Robbins" userId="47b46fb5-27c3-483a-abe4-5b0e45afa2e4" providerId="ADAL" clId="{0C92D019-473C-4AFF-BB2B-3847E4F802D7}" dt="2026-01-09T17:37:30.216" v="0"/>
            <ac:spMkLst>
              <pc:docMk/>
              <pc:sldMasterMk cId="2356210305" sldId="2147483648"/>
              <pc:sldLayoutMk cId="32895060" sldId="2147483653"/>
              <ac:spMk id="3" creationId="{00000000-0000-0000-0000-000000000000}"/>
            </ac:spMkLst>
          </pc:spChg>
          <pc:spChg chg="mod">
            <ac:chgData name="Travis Robbins" userId="47b46fb5-27c3-483a-abe4-5b0e45afa2e4" providerId="ADAL" clId="{0C92D019-473C-4AFF-BB2B-3847E4F802D7}" dt="2026-01-09T17:37:30.216" v="0"/>
            <ac:spMkLst>
              <pc:docMk/>
              <pc:sldMasterMk cId="2356210305" sldId="2147483648"/>
              <pc:sldLayoutMk cId="32895060" sldId="2147483653"/>
              <ac:spMk id="4" creationId="{00000000-0000-0000-0000-000000000000}"/>
            </ac:spMkLst>
          </pc:spChg>
          <pc:spChg chg="mod">
            <ac:chgData name="Travis Robbins" userId="47b46fb5-27c3-483a-abe4-5b0e45afa2e4" providerId="ADAL" clId="{0C92D019-473C-4AFF-BB2B-3847E4F802D7}" dt="2026-01-09T17:37:30.216" v="0"/>
            <ac:spMkLst>
              <pc:docMk/>
              <pc:sldMasterMk cId="2356210305" sldId="2147483648"/>
              <pc:sldLayoutMk cId="32895060" sldId="2147483653"/>
              <ac:spMk id="5" creationId="{00000000-0000-0000-0000-000000000000}"/>
            </ac:spMkLst>
          </pc:spChg>
          <pc:spChg chg="mod">
            <ac:chgData name="Travis Robbins" userId="47b46fb5-27c3-483a-abe4-5b0e45afa2e4" providerId="ADAL" clId="{0C92D019-473C-4AFF-BB2B-3847E4F802D7}" dt="2026-01-09T17:37:30.216" v="0"/>
            <ac:spMkLst>
              <pc:docMk/>
              <pc:sldMasterMk cId="2356210305" sldId="2147483648"/>
              <pc:sldLayoutMk cId="32895060" sldId="2147483653"/>
              <ac:spMk id="6" creationId="{00000000-0000-0000-0000-000000000000}"/>
            </ac:spMkLst>
          </pc:spChg>
        </pc:sldLayoutChg>
        <pc:sldLayoutChg chg="setBg">
          <pc:chgData name="Travis Robbins" userId="47b46fb5-27c3-483a-abe4-5b0e45afa2e4" providerId="ADAL" clId="{0C92D019-473C-4AFF-BB2B-3847E4F802D7}" dt="2026-01-09T17:46:03.058" v="235"/>
          <pc:sldLayoutMkLst>
            <pc:docMk/>
            <pc:sldMasterMk cId="2356210305" sldId="2147483648"/>
            <pc:sldLayoutMk cId="3070025660" sldId="2147483654"/>
          </pc:sldLayoutMkLst>
        </pc:sldLayoutChg>
        <pc:sldLayoutChg chg="setBg">
          <pc:chgData name="Travis Robbins" userId="47b46fb5-27c3-483a-abe4-5b0e45afa2e4" providerId="ADAL" clId="{0C92D019-473C-4AFF-BB2B-3847E4F802D7}" dt="2026-01-09T17:46:03.058" v="235"/>
          <pc:sldLayoutMkLst>
            <pc:docMk/>
            <pc:sldMasterMk cId="2356210305" sldId="2147483648"/>
            <pc:sldLayoutMk cId="3799255507" sldId="2147483655"/>
          </pc:sldLayoutMkLst>
        </pc:sldLayoutChg>
        <pc:sldLayoutChg chg="modSp setBg">
          <pc:chgData name="Travis Robbins" userId="47b46fb5-27c3-483a-abe4-5b0e45afa2e4" providerId="ADAL" clId="{0C92D019-473C-4AFF-BB2B-3847E4F802D7}" dt="2026-01-09T17:46:03.058" v="235"/>
          <pc:sldLayoutMkLst>
            <pc:docMk/>
            <pc:sldMasterMk cId="2356210305" sldId="2147483648"/>
            <pc:sldLayoutMk cId="2555370271" sldId="2147483656"/>
          </pc:sldLayoutMkLst>
          <pc:spChg chg="mod">
            <ac:chgData name="Travis Robbins" userId="47b46fb5-27c3-483a-abe4-5b0e45afa2e4" providerId="ADAL" clId="{0C92D019-473C-4AFF-BB2B-3847E4F802D7}" dt="2026-01-09T17:37:30.216" v="0"/>
            <ac:spMkLst>
              <pc:docMk/>
              <pc:sldMasterMk cId="2356210305" sldId="2147483648"/>
              <pc:sldLayoutMk cId="2555370271" sldId="2147483656"/>
              <ac:spMk id="2" creationId="{00000000-0000-0000-0000-000000000000}"/>
            </ac:spMkLst>
          </pc:spChg>
          <pc:spChg chg="mod">
            <ac:chgData name="Travis Robbins" userId="47b46fb5-27c3-483a-abe4-5b0e45afa2e4" providerId="ADAL" clId="{0C92D019-473C-4AFF-BB2B-3847E4F802D7}" dt="2026-01-09T17:37:30.216" v="0"/>
            <ac:spMkLst>
              <pc:docMk/>
              <pc:sldMasterMk cId="2356210305" sldId="2147483648"/>
              <pc:sldLayoutMk cId="2555370271" sldId="2147483656"/>
              <ac:spMk id="3" creationId="{00000000-0000-0000-0000-000000000000}"/>
            </ac:spMkLst>
          </pc:spChg>
          <pc:spChg chg="mod">
            <ac:chgData name="Travis Robbins" userId="47b46fb5-27c3-483a-abe4-5b0e45afa2e4" providerId="ADAL" clId="{0C92D019-473C-4AFF-BB2B-3847E4F802D7}" dt="2026-01-09T17:37:30.216" v="0"/>
            <ac:spMkLst>
              <pc:docMk/>
              <pc:sldMasterMk cId="2356210305" sldId="2147483648"/>
              <pc:sldLayoutMk cId="2555370271" sldId="2147483656"/>
              <ac:spMk id="4" creationId="{00000000-0000-0000-0000-000000000000}"/>
            </ac:spMkLst>
          </pc:spChg>
        </pc:sldLayoutChg>
        <pc:sldLayoutChg chg="modSp setBg">
          <pc:chgData name="Travis Robbins" userId="47b46fb5-27c3-483a-abe4-5b0e45afa2e4" providerId="ADAL" clId="{0C92D019-473C-4AFF-BB2B-3847E4F802D7}" dt="2026-01-09T17:46:03.058" v="235"/>
          <pc:sldLayoutMkLst>
            <pc:docMk/>
            <pc:sldMasterMk cId="2356210305" sldId="2147483648"/>
            <pc:sldLayoutMk cId="1753738168" sldId="2147483657"/>
          </pc:sldLayoutMkLst>
          <pc:spChg chg="mod">
            <ac:chgData name="Travis Robbins" userId="47b46fb5-27c3-483a-abe4-5b0e45afa2e4" providerId="ADAL" clId="{0C92D019-473C-4AFF-BB2B-3847E4F802D7}" dt="2026-01-09T17:37:30.216" v="0"/>
            <ac:spMkLst>
              <pc:docMk/>
              <pc:sldMasterMk cId="2356210305" sldId="2147483648"/>
              <pc:sldLayoutMk cId="1753738168" sldId="2147483657"/>
              <ac:spMk id="2" creationId="{00000000-0000-0000-0000-000000000000}"/>
            </ac:spMkLst>
          </pc:spChg>
          <pc:spChg chg="mod">
            <ac:chgData name="Travis Robbins" userId="47b46fb5-27c3-483a-abe4-5b0e45afa2e4" providerId="ADAL" clId="{0C92D019-473C-4AFF-BB2B-3847E4F802D7}" dt="2026-01-09T17:37:30.216" v="0"/>
            <ac:spMkLst>
              <pc:docMk/>
              <pc:sldMasterMk cId="2356210305" sldId="2147483648"/>
              <pc:sldLayoutMk cId="1753738168" sldId="2147483657"/>
              <ac:spMk id="3" creationId="{00000000-0000-0000-0000-000000000000}"/>
            </ac:spMkLst>
          </pc:spChg>
          <pc:spChg chg="mod">
            <ac:chgData name="Travis Robbins" userId="47b46fb5-27c3-483a-abe4-5b0e45afa2e4" providerId="ADAL" clId="{0C92D019-473C-4AFF-BB2B-3847E4F802D7}" dt="2026-01-09T17:37:30.216" v="0"/>
            <ac:spMkLst>
              <pc:docMk/>
              <pc:sldMasterMk cId="2356210305" sldId="2147483648"/>
              <pc:sldLayoutMk cId="1753738168" sldId="2147483657"/>
              <ac:spMk id="4" creationId="{00000000-0000-0000-0000-000000000000}"/>
            </ac:spMkLst>
          </pc:spChg>
        </pc:sldLayoutChg>
        <pc:sldLayoutChg chg="setBg">
          <pc:chgData name="Travis Robbins" userId="47b46fb5-27c3-483a-abe4-5b0e45afa2e4" providerId="ADAL" clId="{0C92D019-473C-4AFF-BB2B-3847E4F802D7}" dt="2026-01-09T17:46:03.058" v="235"/>
          <pc:sldLayoutMkLst>
            <pc:docMk/>
            <pc:sldMasterMk cId="2356210305" sldId="2147483648"/>
            <pc:sldLayoutMk cId="4153118475" sldId="2147483658"/>
          </pc:sldLayoutMkLst>
        </pc:sldLayoutChg>
        <pc:sldLayoutChg chg="modSp setBg">
          <pc:chgData name="Travis Robbins" userId="47b46fb5-27c3-483a-abe4-5b0e45afa2e4" providerId="ADAL" clId="{0C92D019-473C-4AFF-BB2B-3847E4F802D7}" dt="2026-01-09T17:46:03.058" v="235"/>
          <pc:sldLayoutMkLst>
            <pc:docMk/>
            <pc:sldMasterMk cId="2356210305" sldId="2147483648"/>
            <pc:sldLayoutMk cId="1086982796" sldId="2147483659"/>
          </pc:sldLayoutMkLst>
          <pc:spChg chg="mod">
            <ac:chgData name="Travis Robbins" userId="47b46fb5-27c3-483a-abe4-5b0e45afa2e4" providerId="ADAL" clId="{0C92D019-473C-4AFF-BB2B-3847E4F802D7}" dt="2026-01-09T17:37:30.216" v="0"/>
            <ac:spMkLst>
              <pc:docMk/>
              <pc:sldMasterMk cId="2356210305" sldId="2147483648"/>
              <pc:sldLayoutMk cId="1086982796" sldId="2147483659"/>
              <ac:spMk id="2" creationId="{00000000-0000-0000-0000-000000000000}"/>
            </ac:spMkLst>
          </pc:spChg>
          <pc:spChg chg="mod">
            <ac:chgData name="Travis Robbins" userId="47b46fb5-27c3-483a-abe4-5b0e45afa2e4" providerId="ADAL" clId="{0C92D019-473C-4AFF-BB2B-3847E4F802D7}" dt="2026-01-09T17:37:30.216" v="0"/>
            <ac:spMkLst>
              <pc:docMk/>
              <pc:sldMasterMk cId="2356210305" sldId="2147483648"/>
              <pc:sldLayoutMk cId="1086982796" sldId="2147483659"/>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DEEDFBC-8F3C-4D3F-B12E-3A70B3DC8959}" type="datetimeFigureOut">
              <a:rPr lang="en-US" smtClean="0"/>
              <a:t>1/9/2026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6506B1C-58C1-41D3-9EC2-70DEB5A28979}" type="slidenum">
              <a:rPr lang="en-US" smtClean="0"/>
              <a:t>‹#›</a:t>
            </a:fld>
            <a:endParaRPr lang="en-US"/>
          </a:p>
        </p:txBody>
      </p:sp>
    </p:spTree>
    <p:extLst>
      <p:ext uri="{BB962C8B-B14F-4D97-AF65-F5344CB8AC3E}">
        <p14:creationId xmlns:p14="http://schemas.microsoft.com/office/powerpoint/2010/main" val="2555160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Fire extinguisher – by entrance door and in prep room by door.</a:t>
            </a:r>
          </a:p>
          <a:p>
            <a:r>
              <a:rPr lang="en-US" dirty="0"/>
              <a:t>Emergency exits – out the door and just left, or out, left, down hall and left.</a:t>
            </a:r>
          </a:p>
          <a:p>
            <a:r>
              <a:rPr lang="en-US" dirty="0"/>
              <a:t>Restrooms – out left, down hall on the right. Restrooms on each floor of building.</a:t>
            </a:r>
          </a:p>
          <a:p>
            <a:r>
              <a:rPr lang="en-US" dirty="0"/>
              <a:t>Eye wash – on front sink. There is no safety shower, so pull out eye wash and use as shower if needed. </a:t>
            </a:r>
          </a:p>
          <a:p>
            <a:r>
              <a:rPr lang="en-US" dirty="0"/>
              <a:t>Goggles and gloves will be provided when needed. </a:t>
            </a:r>
          </a:p>
        </p:txBody>
      </p:sp>
      <p:sp>
        <p:nvSpPr>
          <p:cNvPr id="4" name="Slide Number Placeholder 3"/>
          <p:cNvSpPr>
            <a:spLocks noGrp="1"/>
          </p:cNvSpPr>
          <p:nvPr>
            <p:ph type="sldNum" sz="quarter" idx="5"/>
          </p:nvPr>
        </p:nvSpPr>
        <p:spPr/>
        <p:txBody>
          <a:bodyPr/>
          <a:lstStyle/>
          <a:p>
            <a:fld id="{06506B1C-58C1-41D3-9EC2-70DEB5A28979}" type="slidenum">
              <a:rPr lang="en-US" smtClean="0"/>
              <a:t>6</a:t>
            </a:fld>
            <a:endParaRPr lang="en-US"/>
          </a:p>
        </p:txBody>
      </p:sp>
    </p:spTree>
    <p:extLst>
      <p:ext uri="{BB962C8B-B14F-4D97-AF65-F5344CB8AC3E}">
        <p14:creationId xmlns:p14="http://schemas.microsoft.com/office/powerpoint/2010/main" val="1972569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6506B1C-58C1-41D3-9EC2-70DEB5A28979}" type="slidenum">
              <a:rPr lang="en-US" smtClean="0"/>
              <a:t>8</a:t>
            </a:fld>
            <a:endParaRPr lang="en-US"/>
          </a:p>
        </p:txBody>
      </p:sp>
    </p:spTree>
    <p:extLst>
      <p:ext uri="{BB962C8B-B14F-4D97-AF65-F5344CB8AC3E}">
        <p14:creationId xmlns:p14="http://schemas.microsoft.com/office/powerpoint/2010/main" val="11833894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506B1C-58C1-41D3-9EC2-70DEB5A28979}" type="slidenum">
              <a:rPr lang="en-US" smtClean="0"/>
              <a:t>21</a:t>
            </a:fld>
            <a:endParaRPr lang="en-US"/>
          </a:p>
        </p:txBody>
      </p:sp>
    </p:spTree>
    <p:extLst>
      <p:ext uri="{BB962C8B-B14F-4D97-AF65-F5344CB8AC3E}">
        <p14:creationId xmlns:p14="http://schemas.microsoft.com/office/powerpoint/2010/main" val="37224116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8221178-11FB-4BEC-8E0F-DDF6CD1EF485}"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2696056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221178-11FB-4BEC-8E0F-DDF6CD1EF485}"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2820993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221178-11FB-4BEC-8E0F-DDF6CD1EF485}"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1371549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8221178-11FB-4BEC-8E0F-DDF6CD1EF485}" type="datetimeFigureOut">
              <a:rPr lang="en-US" smtClean="0"/>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155629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8221178-11FB-4BEC-8E0F-DDF6CD1EF485}" type="datetimeFigureOut">
              <a:rPr lang="en-US" smtClean="0"/>
              <a:t>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32895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8221178-11FB-4BEC-8E0F-DDF6CD1EF485}" type="datetimeFigureOut">
              <a:rPr lang="en-US" smtClean="0"/>
              <a:t>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3070025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221178-11FB-4BEC-8E0F-DDF6CD1EF485}" type="datetimeFigureOut">
              <a:rPr lang="en-US" smtClean="0"/>
              <a:t>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3799255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221178-11FB-4BEC-8E0F-DDF6CD1EF485}" type="datetimeFigureOut">
              <a:rPr lang="en-US" smtClean="0"/>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2555370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221178-11FB-4BEC-8E0F-DDF6CD1EF485}" type="datetimeFigureOut">
              <a:rPr lang="en-US" smtClean="0"/>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1753738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221178-11FB-4BEC-8E0F-DDF6CD1EF485}"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4153118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221178-11FB-4BEC-8E0F-DDF6CD1EF485}"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1086982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accent5">
                <a:lumMod val="60000"/>
                <a:alpha val="92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221178-11FB-4BEC-8E0F-DDF6CD1EF485}" type="datetimeFigureOut">
              <a:rPr lang="en-US" smtClean="0"/>
              <a:t>1/9/2026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FA0EFE-B331-4723-AD14-CCE6D5E159C3}" type="slidenum">
              <a:rPr lang="en-US" smtClean="0"/>
              <a:t>‹#›</a:t>
            </a:fld>
            <a:endParaRPr lang="en-US"/>
          </a:p>
        </p:txBody>
      </p:sp>
    </p:spTree>
    <p:extLst>
      <p:ext uri="{BB962C8B-B14F-4D97-AF65-F5344CB8AC3E}">
        <p14:creationId xmlns:p14="http://schemas.microsoft.com/office/powerpoint/2010/main" val="23562103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3.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4.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5.jpeg"/><Relationship Id="rId13" Type="http://schemas.openxmlformats.org/officeDocument/2006/relationships/image" Target="../media/image9.jpeg"/><Relationship Id="rId3" Type="http://schemas.openxmlformats.org/officeDocument/2006/relationships/image" Target="../media/image10.jpg"/><Relationship Id="rId7" Type="http://schemas.openxmlformats.org/officeDocument/2006/relationships/image" Target="../media/image4.jpeg"/><Relationship Id="rId12"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jpeg"/><Relationship Id="rId11" Type="http://schemas.openxmlformats.org/officeDocument/2006/relationships/image" Target="../media/image7.jpeg"/><Relationship Id="rId5" Type="http://schemas.openxmlformats.org/officeDocument/2006/relationships/image" Target="../media/image2.jpeg"/><Relationship Id="rId10" Type="http://schemas.openxmlformats.org/officeDocument/2006/relationships/image" Target="../media/image6.jpeg"/><Relationship Id="rId4" Type="http://schemas.openxmlformats.org/officeDocument/2006/relationships/image" Target="../media/image1.jpeg"/><Relationship Id="rId9" Type="http://schemas.microsoft.com/office/2007/relationships/hdphoto" Target="../media/hdphoto1.wdp"/></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hyperlink" Target="https://www.youtube.com/watch?v=nqj0rJEf3Ew" TargetMode="External"/><Relationship Id="rId3" Type="http://schemas.openxmlformats.org/officeDocument/2006/relationships/image" Target="../media/image2.jpeg"/><Relationship Id="rId7" Type="http://schemas.microsoft.com/office/2007/relationships/hdphoto" Target="../media/hdphoto1.wdp"/><Relationship Id="rId12" Type="http://schemas.openxmlformats.org/officeDocument/2006/relationships/hyperlink" Target="https://www.youtube.com/watch?v=D3ZB2RTylR4" TargetMode="Externa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12.xml.rels><?xml version="1.0" encoding="UTF-8" standalone="yes"?>
<Relationships xmlns="http://schemas.openxmlformats.org/package/2006/relationships"><Relationship Id="rId2" Type="http://schemas.openxmlformats.org/officeDocument/2006/relationships/hyperlink" Target="https://www.youtube.com/watch?v=w0Q9uci2QDQ"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15.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12" Type="http://schemas.openxmlformats.org/officeDocument/2006/relationships/image" Target="../media/image12.emf"/><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1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19.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20.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2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jpeg"/><Relationship Id="rId7" Type="http://schemas.openxmlformats.org/officeDocument/2006/relationships/image" Target="../media/image5.jpeg"/><Relationship Id="rId12"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jpeg"/><Relationship Id="rId11" Type="http://schemas.openxmlformats.org/officeDocument/2006/relationships/image" Target="../media/image8.jpeg"/><Relationship Id="rId5" Type="http://schemas.openxmlformats.org/officeDocument/2006/relationships/image" Target="../media/image3.jpeg"/><Relationship Id="rId10" Type="http://schemas.openxmlformats.org/officeDocument/2006/relationships/image" Target="../media/image7.jpeg"/><Relationship Id="rId4" Type="http://schemas.openxmlformats.org/officeDocument/2006/relationships/image" Target="../media/image2.jpeg"/><Relationship Id="rId9" Type="http://schemas.openxmlformats.org/officeDocument/2006/relationships/image" Target="../media/image6.jpeg"/></Relationships>
</file>

<file path=ppt/slides/_rels/slide22.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hyperlink" Target="https://www.youtube.com/watch?annotation_id=annotation_550193&amp;feature=iv&amp;src_vid=0zZYBALbZgg&amp;v=eyknGvncKLw" TargetMode="External"/><Relationship Id="rId3" Type="http://schemas.openxmlformats.org/officeDocument/2006/relationships/image" Target="../media/image2.jpeg"/><Relationship Id="rId7" Type="http://schemas.microsoft.com/office/2007/relationships/hdphoto" Target="../media/hdphoto1.wdp"/><Relationship Id="rId12" Type="http://schemas.openxmlformats.org/officeDocument/2006/relationships/hyperlink" Target="https://www.youtube.com/watch?annotation_id=annotation_88766&amp;feature=iv&amp;src_vid=0zZYBALbZgg&amp;v=t2ryZyytW5w" TargetMode="Externa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9.jpeg"/><Relationship Id="rId5" Type="http://schemas.openxmlformats.org/officeDocument/2006/relationships/image" Target="../media/image4.jpeg"/><Relationship Id="rId15" Type="http://schemas.openxmlformats.org/officeDocument/2006/relationships/hyperlink" Target="https://www.youtube.com/watch?v=-FtlH4svqx4" TargetMode="External"/><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 Id="rId14" Type="http://schemas.openxmlformats.org/officeDocument/2006/relationships/hyperlink" Target="https://www.youtube.com/watch?v=zTABmVSAtT0"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8916" y="1143001"/>
            <a:ext cx="9139084" cy="1470025"/>
          </a:xfrm>
        </p:spPr>
        <p:txBody>
          <a:bodyPr>
            <a:normAutofit/>
          </a:bodyPr>
          <a:lstStyle/>
          <a:p>
            <a:r>
              <a:rPr lang="en-US" dirty="0"/>
              <a:t>Scientific Method and Experimental Design: Termite Behavior</a:t>
            </a:r>
          </a:p>
        </p:txBody>
      </p:sp>
      <p:sp>
        <p:nvSpPr>
          <p:cNvPr id="3" name="Subtitle 2"/>
          <p:cNvSpPr>
            <a:spLocks noGrp="1"/>
          </p:cNvSpPr>
          <p:nvPr>
            <p:ph type="subTitle" idx="1"/>
          </p:nvPr>
        </p:nvSpPr>
        <p:spPr>
          <a:xfrm>
            <a:off x="2895600" y="2971800"/>
            <a:ext cx="6400800" cy="1676400"/>
          </a:xfrm>
        </p:spPr>
        <p:txBody>
          <a:bodyPr>
            <a:normAutofit/>
          </a:bodyPr>
          <a:lstStyle/>
          <a:p>
            <a:r>
              <a:rPr lang="en-US" sz="2800" b="1" dirty="0">
                <a:solidFill>
                  <a:schemeClr val="tx1"/>
                </a:solidFill>
              </a:rPr>
              <a:t>BIOL 1750 – Biology II Lab</a:t>
            </a:r>
          </a:p>
          <a:p>
            <a:r>
              <a:rPr lang="en-US" sz="2000" dirty="0">
                <a:solidFill>
                  <a:schemeClr val="tx1"/>
                </a:solidFill>
              </a:rPr>
              <a:t>University of Nebraska at Omaha</a:t>
            </a:r>
          </a:p>
          <a:p>
            <a:r>
              <a:rPr lang="en-US" sz="2000" dirty="0">
                <a:solidFill>
                  <a:schemeClr val="tx1"/>
                </a:solidFill>
              </a:rPr>
              <a:t>AH 225</a:t>
            </a:r>
          </a:p>
        </p:txBody>
      </p:sp>
      <p:grpSp>
        <p:nvGrpSpPr>
          <p:cNvPr id="4" name="Group 3"/>
          <p:cNvGrpSpPr/>
          <p:nvPr/>
        </p:nvGrpSpPr>
        <p:grpSpPr>
          <a:xfrm>
            <a:off x="1524001" y="5943600"/>
            <a:ext cx="9143998" cy="914400"/>
            <a:chOff x="1" y="5943600"/>
            <a:chExt cx="9143998" cy="914400"/>
          </a:xfrm>
        </p:grpSpPr>
        <p:pic>
          <p:nvPicPr>
            <p:cNvPr id="3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34" name="Picture 3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15" name="TextBox 14">
            <a:extLst>
              <a:ext uri="{FF2B5EF4-FFF2-40B4-BE49-F238E27FC236}">
                <a16:creationId xmlns:a16="http://schemas.microsoft.com/office/drawing/2014/main" id="{E55D0ECD-7372-4E97-B559-4B63427C3F5C}"/>
              </a:ext>
            </a:extLst>
          </p:cNvPr>
          <p:cNvSpPr txBox="1"/>
          <p:nvPr/>
        </p:nvSpPr>
        <p:spPr>
          <a:xfrm>
            <a:off x="3380703" y="4648201"/>
            <a:ext cx="5430595" cy="584775"/>
          </a:xfrm>
          <a:prstGeom prst="rect">
            <a:avLst/>
          </a:prstGeom>
          <a:noFill/>
        </p:spPr>
        <p:txBody>
          <a:bodyPr wrap="square" rtlCol="0">
            <a:spAutoFit/>
          </a:bodyPr>
          <a:lstStyle/>
          <a:p>
            <a:pPr algn="ctr"/>
            <a:r>
              <a:rPr lang="en-US" sz="3200" dirty="0">
                <a:solidFill>
                  <a:srgbClr val="C00000"/>
                </a:solidFill>
                <a:latin typeface="Comic Sans MS" panose="030F0702030302020204" pitchFamily="66" charset="0"/>
              </a:rPr>
              <a:t>Welcome to Biology II Lab!</a:t>
            </a:r>
          </a:p>
        </p:txBody>
      </p:sp>
    </p:spTree>
    <p:extLst>
      <p:ext uri="{BB962C8B-B14F-4D97-AF65-F5344CB8AC3E}">
        <p14:creationId xmlns:p14="http://schemas.microsoft.com/office/powerpoint/2010/main" val="2477094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533400"/>
            <a:ext cx="8305800" cy="947737"/>
          </a:xfrm>
        </p:spPr>
        <p:txBody>
          <a:bodyPr>
            <a:normAutofit/>
          </a:bodyPr>
          <a:lstStyle/>
          <a:p>
            <a:pPr algn="l"/>
            <a:r>
              <a:rPr lang="en-US" dirty="0"/>
              <a:t>Contact Info	</a:t>
            </a:r>
          </a:p>
        </p:txBody>
      </p:sp>
      <p:sp>
        <p:nvSpPr>
          <p:cNvPr id="3" name="Subtitle 2"/>
          <p:cNvSpPr>
            <a:spLocks noGrp="1"/>
          </p:cNvSpPr>
          <p:nvPr>
            <p:ph type="subTitle" idx="1"/>
          </p:nvPr>
        </p:nvSpPr>
        <p:spPr>
          <a:xfrm>
            <a:off x="2073570" y="1712520"/>
            <a:ext cx="7832430" cy="3213885"/>
          </a:xfrm>
        </p:spPr>
        <p:txBody>
          <a:bodyPr vert="horz" lIns="91440" tIns="45720" rIns="91440" bIns="45720" rtlCol="0" anchor="t">
            <a:noAutofit/>
          </a:bodyPr>
          <a:lstStyle/>
          <a:p>
            <a:pPr algn="l">
              <a:spcBef>
                <a:spcPts val="1200"/>
              </a:spcBef>
            </a:pPr>
            <a:r>
              <a:rPr lang="en-US" sz="2800" dirty="0">
                <a:solidFill>
                  <a:schemeClr val="tx1"/>
                </a:solidFill>
              </a:rPr>
              <a:t>Instructor:</a:t>
            </a:r>
          </a:p>
          <a:p>
            <a:pPr algn="l">
              <a:spcBef>
                <a:spcPts val="1200"/>
              </a:spcBef>
            </a:pPr>
            <a:endParaRPr lang="en-US" sz="2800" dirty="0">
              <a:solidFill>
                <a:schemeClr val="tx1"/>
              </a:solidFill>
            </a:endParaRPr>
          </a:p>
          <a:p>
            <a:pPr algn="l">
              <a:spcBef>
                <a:spcPts val="1200"/>
              </a:spcBef>
            </a:pPr>
            <a:r>
              <a:rPr lang="en-US" sz="2800" dirty="0">
                <a:solidFill>
                  <a:schemeClr val="tx1"/>
                </a:solidFill>
              </a:rPr>
              <a:t>TA:</a:t>
            </a:r>
            <a:endParaRPr lang="en-US" sz="2800" dirty="0">
              <a:solidFill>
                <a:schemeClr val="tx1"/>
              </a:solidFill>
              <a:cs typeface="Calibri"/>
            </a:endParaRPr>
          </a:p>
          <a:p>
            <a:pPr algn="l">
              <a:spcBef>
                <a:spcPts val="1200"/>
              </a:spcBef>
            </a:pPr>
            <a:endParaRPr lang="en-US" sz="2800" dirty="0">
              <a:solidFill>
                <a:schemeClr val="tx1"/>
              </a:solidFill>
            </a:endParaRPr>
          </a:p>
          <a:p>
            <a:pPr algn="l">
              <a:spcBef>
                <a:spcPts val="1200"/>
              </a:spcBef>
            </a:pPr>
            <a:endParaRPr lang="en-US" sz="2800" dirty="0">
              <a:solidFill>
                <a:schemeClr val="tx1"/>
              </a:solidFill>
            </a:endParaRPr>
          </a:p>
        </p:txBody>
      </p:sp>
      <p:grpSp>
        <p:nvGrpSpPr>
          <p:cNvPr id="4" name="Group 3"/>
          <p:cNvGrpSpPr/>
          <p:nvPr/>
        </p:nvGrpSpPr>
        <p:grpSpPr>
          <a:xfrm>
            <a:off x="1524001" y="5943600"/>
            <a:ext cx="9143998" cy="914400"/>
            <a:chOff x="1" y="5943600"/>
            <a:chExt cx="9143998" cy="914400"/>
          </a:xfrm>
        </p:grpSpPr>
        <p:pic>
          <p:nvPicPr>
            <p:cNvPr id="3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34" name="Picture 3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894133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76201"/>
            <a:ext cx="8305800" cy="947737"/>
          </a:xfrm>
        </p:spPr>
        <p:txBody>
          <a:bodyPr>
            <a:normAutofit/>
          </a:bodyPr>
          <a:lstStyle/>
          <a:p>
            <a:r>
              <a:rPr lang="en-US" dirty="0"/>
              <a:t>Pre/Post-lab Quiz Questions</a:t>
            </a:r>
          </a:p>
        </p:txBody>
      </p:sp>
      <p:sp>
        <p:nvSpPr>
          <p:cNvPr id="3" name="Subtitle 2"/>
          <p:cNvSpPr>
            <a:spLocks noGrp="1"/>
          </p:cNvSpPr>
          <p:nvPr>
            <p:ph type="subTitle" idx="1"/>
          </p:nvPr>
        </p:nvSpPr>
        <p:spPr>
          <a:xfrm>
            <a:off x="2073570" y="1219200"/>
            <a:ext cx="7832430" cy="4343400"/>
          </a:xfrm>
        </p:spPr>
        <p:txBody>
          <a:bodyPr>
            <a:noAutofit/>
          </a:bodyPr>
          <a:lstStyle/>
          <a:p>
            <a:pPr algn="l">
              <a:spcBef>
                <a:spcPts val="1200"/>
              </a:spcBef>
            </a:pPr>
            <a:r>
              <a:rPr lang="en-US" sz="2800" dirty="0">
                <a:solidFill>
                  <a:schemeClr val="tx1"/>
                </a:solidFill>
              </a:rPr>
              <a:t>1. What is an independent variable?</a:t>
            </a:r>
          </a:p>
          <a:p>
            <a:pPr algn="l">
              <a:spcBef>
                <a:spcPts val="1200"/>
              </a:spcBef>
            </a:pPr>
            <a:r>
              <a:rPr lang="en-US" sz="2800" dirty="0">
                <a:solidFill>
                  <a:schemeClr val="tx1"/>
                </a:solidFill>
              </a:rPr>
              <a:t>2. What is a dependent variable? </a:t>
            </a:r>
          </a:p>
          <a:p>
            <a:pPr algn="l">
              <a:spcBef>
                <a:spcPts val="1200"/>
              </a:spcBef>
            </a:pPr>
            <a:r>
              <a:rPr lang="en-US" sz="2800" dirty="0">
                <a:solidFill>
                  <a:schemeClr val="tx1"/>
                </a:solidFill>
              </a:rPr>
              <a:t>3. What is a hypothesis? </a:t>
            </a:r>
          </a:p>
          <a:p>
            <a:pPr algn="l">
              <a:spcBef>
                <a:spcPts val="1200"/>
              </a:spcBef>
            </a:pPr>
            <a:r>
              <a:rPr lang="en-US" sz="2800" dirty="0">
                <a:solidFill>
                  <a:schemeClr val="tx1"/>
                </a:solidFill>
              </a:rPr>
              <a:t>4. Can a hypothesis be proven to be true? </a:t>
            </a:r>
          </a:p>
          <a:p>
            <a:pPr algn="l">
              <a:spcBef>
                <a:spcPts val="1200"/>
              </a:spcBef>
            </a:pPr>
            <a:r>
              <a:rPr lang="en-US" sz="2800" dirty="0">
                <a:solidFill>
                  <a:schemeClr val="tx1"/>
                </a:solidFill>
              </a:rPr>
              <a:t>5. Which organism will we use as part of the experiment you design in the first lab? </a:t>
            </a:r>
          </a:p>
          <a:p>
            <a:pPr algn="l">
              <a:spcBef>
                <a:spcPts val="1200"/>
              </a:spcBef>
            </a:pPr>
            <a:r>
              <a:rPr lang="en-US" sz="2800" dirty="0">
                <a:solidFill>
                  <a:schemeClr val="tx1"/>
                </a:solidFill>
              </a:rPr>
              <a:t>6. What is the difference between a controlled variable and a control treatment?</a:t>
            </a:r>
          </a:p>
        </p:txBody>
      </p:sp>
      <p:grpSp>
        <p:nvGrpSpPr>
          <p:cNvPr id="4" name="Group 3"/>
          <p:cNvGrpSpPr/>
          <p:nvPr/>
        </p:nvGrpSpPr>
        <p:grpSpPr>
          <a:xfrm>
            <a:off x="1524001" y="5943600"/>
            <a:ext cx="9143998" cy="914400"/>
            <a:chOff x="1" y="5943600"/>
            <a:chExt cx="9143998" cy="914400"/>
          </a:xfrm>
        </p:grpSpPr>
        <p:pic>
          <p:nvPicPr>
            <p:cNvPr id="3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34" name="Picture 3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722522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76201"/>
            <a:ext cx="8305800" cy="947737"/>
          </a:xfrm>
        </p:spPr>
        <p:txBody>
          <a:bodyPr>
            <a:normAutofit/>
          </a:bodyPr>
          <a:lstStyle/>
          <a:p>
            <a:r>
              <a:rPr lang="en-US" dirty="0"/>
              <a:t>Pre/Post-lab Quiz</a:t>
            </a:r>
          </a:p>
        </p:txBody>
      </p:sp>
      <p:sp>
        <p:nvSpPr>
          <p:cNvPr id="3" name="Subtitle 2"/>
          <p:cNvSpPr>
            <a:spLocks noGrp="1"/>
          </p:cNvSpPr>
          <p:nvPr>
            <p:ph type="subTitle" idx="1"/>
          </p:nvPr>
        </p:nvSpPr>
        <p:spPr>
          <a:xfrm>
            <a:off x="2073571" y="1447800"/>
            <a:ext cx="7680029" cy="4267200"/>
          </a:xfrm>
        </p:spPr>
        <p:txBody>
          <a:bodyPr>
            <a:normAutofit/>
          </a:bodyPr>
          <a:lstStyle/>
          <a:p>
            <a:pPr algn="l">
              <a:spcAft>
                <a:spcPts val="1200"/>
              </a:spcAft>
            </a:pPr>
            <a:r>
              <a:rPr lang="en-US" dirty="0">
                <a:solidFill>
                  <a:schemeClr val="tx1"/>
                </a:solidFill>
              </a:rPr>
              <a:t>1. </a:t>
            </a:r>
          </a:p>
          <a:p>
            <a:pPr algn="l">
              <a:spcAft>
                <a:spcPts val="1200"/>
              </a:spcAft>
            </a:pPr>
            <a:r>
              <a:rPr lang="en-US" dirty="0">
                <a:solidFill>
                  <a:schemeClr val="tx1"/>
                </a:solidFill>
              </a:rPr>
              <a:t>2. </a:t>
            </a:r>
          </a:p>
          <a:p>
            <a:pPr algn="l">
              <a:spcBef>
                <a:spcPts val="1200"/>
              </a:spcBef>
              <a:spcAft>
                <a:spcPts val="1200"/>
              </a:spcAft>
            </a:pPr>
            <a:r>
              <a:rPr lang="en-US" dirty="0">
                <a:solidFill>
                  <a:schemeClr val="tx1"/>
                </a:solidFill>
              </a:rPr>
              <a:t>3. </a:t>
            </a:r>
          </a:p>
          <a:p>
            <a:pPr algn="l">
              <a:spcBef>
                <a:spcPts val="1200"/>
              </a:spcBef>
              <a:spcAft>
                <a:spcPts val="1200"/>
              </a:spcAft>
            </a:pPr>
            <a:r>
              <a:rPr lang="en-US" dirty="0">
                <a:solidFill>
                  <a:schemeClr val="tx1"/>
                </a:solidFill>
              </a:rPr>
              <a:t>4. </a:t>
            </a:r>
          </a:p>
        </p:txBody>
      </p:sp>
      <p:grpSp>
        <p:nvGrpSpPr>
          <p:cNvPr id="4" name="Group 3"/>
          <p:cNvGrpSpPr/>
          <p:nvPr/>
        </p:nvGrpSpPr>
        <p:grpSpPr>
          <a:xfrm>
            <a:off x="1524001" y="5943600"/>
            <a:ext cx="9143998" cy="914400"/>
            <a:chOff x="1" y="5943600"/>
            <a:chExt cx="9143998" cy="914400"/>
          </a:xfrm>
        </p:grpSpPr>
        <p:pic>
          <p:nvPicPr>
            <p:cNvPr id="3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34" name="Picture 3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915747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43100" y="1"/>
            <a:ext cx="8305800" cy="947737"/>
          </a:xfrm>
        </p:spPr>
        <p:txBody>
          <a:bodyPr>
            <a:normAutofit/>
          </a:bodyPr>
          <a:lstStyle/>
          <a:p>
            <a:r>
              <a:rPr lang="en-US" dirty="0"/>
              <a:t>1750 Laboratory Policies</a:t>
            </a:r>
          </a:p>
        </p:txBody>
      </p:sp>
      <p:sp>
        <p:nvSpPr>
          <p:cNvPr id="3" name="Subtitle 2"/>
          <p:cNvSpPr>
            <a:spLocks noGrp="1"/>
          </p:cNvSpPr>
          <p:nvPr>
            <p:ph type="subTitle" idx="1"/>
          </p:nvPr>
        </p:nvSpPr>
        <p:spPr>
          <a:xfrm>
            <a:off x="990600" y="947738"/>
            <a:ext cx="10058399" cy="5529262"/>
          </a:xfrm>
        </p:spPr>
        <p:txBody>
          <a:bodyPr>
            <a:noAutofit/>
          </a:bodyPr>
          <a:lstStyle/>
          <a:p>
            <a:pPr marL="342900" indent="-342900" algn="l">
              <a:spcBef>
                <a:spcPts val="0"/>
              </a:spcBef>
              <a:spcAft>
                <a:spcPts val="1200"/>
              </a:spcAft>
              <a:buFont typeface="Arial" panose="020B0604020202020204" pitchFamily="34" charset="0"/>
              <a:buChar char="•"/>
            </a:pPr>
            <a:r>
              <a:rPr lang="en-US" sz="2000" dirty="0">
                <a:solidFill>
                  <a:schemeClr val="tx1"/>
                </a:solidFill>
              </a:rPr>
              <a:t>You are required to attend and participate in lab in order to successfully complete this course. If you arrive more than 15 minutes late for a lab, you will be counted as absent from that lab. </a:t>
            </a:r>
            <a:r>
              <a:rPr lang="en-US" sz="2000" dirty="0">
                <a:solidFill>
                  <a:srgbClr val="C00000"/>
                </a:solidFill>
              </a:rPr>
              <a:t>For EXCUSED absences, making up a lab may be done by switching between lab sections, or if necessary, using resources available in Canvas.</a:t>
            </a:r>
          </a:p>
          <a:p>
            <a:pPr marL="342900" indent="-342900" algn="l">
              <a:spcBef>
                <a:spcPts val="0"/>
              </a:spcBef>
              <a:spcAft>
                <a:spcPts val="1200"/>
              </a:spcAft>
              <a:buFont typeface="Arial" panose="020B0604020202020204" pitchFamily="34" charset="0"/>
              <a:buChar char="•"/>
            </a:pPr>
            <a:r>
              <a:rPr lang="en-US" sz="2000" dirty="0">
                <a:solidFill>
                  <a:srgbClr val="C00000"/>
                </a:solidFill>
              </a:rPr>
              <a:t>Your lowest assignment grade and two lowest quiz grades will be dropped. </a:t>
            </a:r>
          </a:p>
          <a:p>
            <a:pPr marL="342900" indent="-342900" algn="l">
              <a:spcBef>
                <a:spcPts val="0"/>
              </a:spcBef>
              <a:spcAft>
                <a:spcPts val="1200"/>
              </a:spcAft>
              <a:buFont typeface="Arial" panose="020B0604020202020204" pitchFamily="34" charset="0"/>
              <a:buChar char="•"/>
            </a:pPr>
            <a:r>
              <a:rPr lang="en-US" sz="2000" dirty="0">
                <a:solidFill>
                  <a:schemeClr val="tx1"/>
                </a:solidFill>
              </a:rPr>
              <a:t>Each lab will </a:t>
            </a:r>
            <a:r>
              <a:rPr lang="en-US" sz="2000" dirty="0">
                <a:solidFill>
                  <a:srgbClr val="C00000"/>
                </a:solidFill>
              </a:rPr>
              <a:t>begin with a pre/post-lab quiz </a:t>
            </a:r>
            <a:r>
              <a:rPr lang="en-US" sz="2000" dirty="0">
                <a:solidFill>
                  <a:schemeClr val="tx1"/>
                </a:solidFill>
              </a:rPr>
              <a:t>with questions chosen from a list posted in advance.</a:t>
            </a:r>
          </a:p>
          <a:p>
            <a:pPr marL="342900" indent="-342900" algn="l">
              <a:spcBef>
                <a:spcPts val="0"/>
              </a:spcBef>
              <a:spcAft>
                <a:spcPts val="1200"/>
              </a:spcAft>
              <a:buFont typeface="Arial" panose="020B0604020202020204" pitchFamily="34" charset="0"/>
              <a:buChar char="•"/>
            </a:pPr>
            <a:r>
              <a:rPr lang="en-US" sz="2000" dirty="0">
                <a:solidFill>
                  <a:schemeClr val="tx1"/>
                </a:solidFill>
              </a:rPr>
              <a:t>The quiz will be administered at the beginning of the lab period.  If you arrive late, you will miss the quiz. </a:t>
            </a:r>
            <a:r>
              <a:rPr lang="en-US" sz="2000" dirty="0">
                <a:solidFill>
                  <a:srgbClr val="C00000"/>
                </a:solidFill>
              </a:rPr>
              <a:t>Your name on the quiz form is the method by which attendance is recorded</a:t>
            </a:r>
            <a:r>
              <a:rPr lang="en-US" sz="2000" dirty="0">
                <a:solidFill>
                  <a:schemeClr val="tx1"/>
                </a:solidFill>
              </a:rPr>
              <a:t>, so if you arrive late (but not more than 15 minutes late) you should ask to put your name on a quiz form, so that you will be recorded as present. </a:t>
            </a:r>
          </a:p>
          <a:p>
            <a:pPr marL="342900" indent="-342900" algn="l">
              <a:spcBef>
                <a:spcPts val="0"/>
              </a:spcBef>
              <a:spcAft>
                <a:spcPts val="1200"/>
              </a:spcAft>
              <a:buFont typeface="Arial" panose="020B0604020202020204" pitchFamily="34" charset="0"/>
              <a:buChar char="•"/>
            </a:pPr>
            <a:r>
              <a:rPr lang="en-US" sz="2000" b="1" dirty="0">
                <a:solidFill>
                  <a:schemeClr val="tx1"/>
                </a:solidFill>
              </a:rPr>
              <a:t>Plagiarism is UNACCEPTABLE</a:t>
            </a:r>
            <a:r>
              <a:rPr lang="en-US" sz="2000" dirty="0">
                <a:solidFill>
                  <a:schemeClr val="tx1"/>
                </a:solidFill>
              </a:rPr>
              <a:t>. </a:t>
            </a:r>
            <a:r>
              <a:rPr lang="en-US" sz="2000" dirty="0">
                <a:solidFill>
                  <a:srgbClr val="C00000"/>
                </a:solidFill>
              </a:rPr>
              <a:t>Please read and sign the 1750 policy agreement </a:t>
            </a:r>
            <a:r>
              <a:rPr lang="en-US" sz="2000" dirty="0">
                <a:solidFill>
                  <a:schemeClr val="tx1"/>
                </a:solidFill>
              </a:rPr>
              <a:t>and submit it before the end of lab today.</a:t>
            </a:r>
          </a:p>
          <a:p>
            <a:pPr marL="342900" indent="-342900" algn="l">
              <a:spcBef>
                <a:spcPts val="0"/>
              </a:spcBef>
              <a:spcAft>
                <a:spcPts val="1200"/>
              </a:spcAft>
              <a:buFont typeface="Arial" panose="020B0604020202020204" pitchFamily="34" charset="0"/>
              <a:buChar char="•"/>
            </a:pPr>
            <a:r>
              <a:rPr lang="en-US" sz="2000" b="1" dirty="0">
                <a:solidFill>
                  <a:schemeClr val="tx1"/>
                </a:solidFill>
              </a:rPr>
              <a:t>Late reports and assignments will suffer a 20% penalty for 1-7 days late and will not be accepted if more than 7 days late.</a:t>
            </a:r>
          </a:p>
        </p:txBody>
      </p:sp>
    </p:spTree>
    <p:extLst>
      <p:ext uri="{BB962C8B-B14F-4D97-AF65-F5344CB8AC3E}">
        <p14:creationId xmlns:p14="http://schemas.microsoft.com/office/powerpoint/2010/main" val="2282750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19200" y="1023938"/>
            <a:ext cx="9499120" cy="5570756"/>
          </a:xfrm>
          <a:prstGeom prst="rect">
            <a:avLst/>
          </a:prstGeom>
          <a:noFill/>
        </p:spPr>
        <p:txBody>
          <a:bodyPr wrap="square" rtlCol="0">
            <a:spAutoFit/>
          </a:bodyPr>
          <a:lstStyle/>
          <a:p>
            <a:pPr>
              <a:spcAft>
                <a:spcPts val="2400"/>
              </a:spcAft>
              <a:buFont typeface="Arial" pitchFamily="34" charset="0"/>
              <a:buChar char="•"/>
            </a:pPr>
            <a:r>
              <a:rPr lang="en-US" sz="3200" dirty="0"/>
              <a:t> Be a thoughtful worker in lab! Keep a clean workspace!</a:t>
            </a:r>
          </a:p>
          <a:p>
            <a:pPr>
              <a:spcAft>
                <a:spcPts val="2400"/>
              </a:spcAft>
              <a:buFont typeface="Arial" pitchFamily="34" charset="0"/>
              <a:buChar char="•"/>
            </a:pPr>
            <a:r>
              <a:rPr lang="en-US" sz="3200" dirty="0"/>
              <a:t> Fire extinguishers, emergency exits, restrooms, eye wash, shower, goggles, gloves</a:t>
            </a:r>
          </a:p>
          <a:p>
            <a:pPr>
              <a:spcAft>
                <a:spcPts val="2400"/>
              </a:spcAft>
              <a:buFont typeface="Arial" pitchFamily="34" charset="0"/>
              <a:buChar char="•"/>
            </a:pPr>
            <a:r>
              <a:rPr lang="en-US" sz="3200" dirty="0"/>
              <a:t> </a:t>
            </a:r>
            <a:r>
              <a:rPr lang="en-US" sz="3200" dirty="0">
                <a:solidFill>
                  <a:srgbClr val="C00000"/>
                </a:solidFill>
              </a:rPr>
              <a:t>Emergency number 402-554-2911</a:t>
            </a:r>
          </a:p>
          <a:p>
            <a:pPr>
              <a:spcAft>
                <a:spcPts val="2400"/>
              </a:spcAft>
              <a:buFont typeface="Arial" pitchFamily="34" charset="0"/>
              <a:buChar char="•"/>
            </a:pPr>
            <a:r>
              <a:rPr lang="en-US" sz="3200" dirty="0"/>
              <a:t> Special medical concerns: SEE INSTRUCTOR</a:t>
            </a:r>
          </a:p>
          <a:p>
            <a:pPr>
              <a:spcAft>
                <a:spcPts val="2400"/>
              </a:spcAft>
              <a:buFont typeface="Arial" pitchFamily="34" charset="0"/>
              <a:buChar char="•"/>
            </a:pPr>
            <a:r>
              <a:rPr lang="en-US" sz="3200" dirty="0"/>
              <a:t> MSDS</a:t>
            </a:r>
          </a:p>
          <a:p>
            <a:pPr>
              <a:spcAft>
                <a:spcPts val="2400"/>
              </a:spcAft>
              <a:buFont typeface="Arial" pitchFamily="34" charset="0"/>
              <a:buChar char="•"/>
            </a:pPr>
            <a:r>
              <a:rPr lang="en-US" sz="3200" dirty="0"/>
              <a:t> </a:t>
            </a:r>
            <a:r>
              <a:rPr lang="en-US" sz="3200" b="1" dirty="0"/>
              <a:t>NO CELL PHONES!!!     They are distracting!!!</a:t>
            </a:r>
          </a:p>
        </p:txBody>
      </p:sp>
      <p:sp>
        <p:nvSpPr>
          <p:cNvPr id="6" name="Title 1">
            <a:extLst>
              <a:ext uri="{FF2B5EF4-FFF2-40B4-BE49-F238E27FC236}">
                <a16:creationId xmlns:a16="http://schemas.microsoft.com/office/drawing/2014/main" id="{1BAE3B9C-5BBA-4EAA-8BE3-13DBC031F212}"/>
              </a:ext>
            </a:extLst>
          </p:cNvPr>
          <p:cNvSpPr txBox="1">
            <a:spLocks/>
          </p:cNvSpPr>
          <p:nvPr/>
        </p:nvSpPr>
        <p:spPr>
          <a:xfrm>
            <a:off x="1943100" y="76201"/>
            <a:ext cx="8305800" cy="947737"/>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1750 Laboratory Safety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0" y="914400"/>
            <a:ext cx="9723120" cy="5821362"/>
          </a:xfrm>
        </p:spPr>
        <p:txBody>
          <a:bodyPr>
            <a:normAutofit fontScale="70000" lnSpcReduction="20000"/>
          </a:bodyPr>
          <a:lstStyle/>
          <a:p>
            <a:pPr>
              <a:buNone/>
            </a:pPr>
            <a:endParaRPr lang="en-US" dirty="0"/>
          </a:p>
          <a:p>
            <a:pPr lvl="0"/>
            <a:r>
              <a:rPr lang="en-US" dirty="0"/>
              <a:t>No food or drink in the laboratory.  Smoking is not permitted in any UNO building.</a:t>
            </a:r>
          </a:p>
          <a:p>
            <a:pPr lvl="0"/>
            <a:r>
              <a:rPr lang="en-US" dirty="0">
                <a:solidFill>
                  <a:srgbClr val="C00000"/>
                </a:solidFill>
              </a:rPr>
              <a:t>Wear appropriate clothing</a:t>
            </a:r>
            <a:r>
              <a:rPr lang="en-US" dirty="0">
                <a:solidFill>
                  <a:srgbClr val="FF0000"/>
                </a:solidFill>
              </a:rPr>
              <a:t> </a:t>
            </a:r>
            <a:r>
              <a:rPr lang="en-US" dirty="0"/>
              <a:t>in the laboratory.  Loose clothing, dangling jewelry and open toe shoes put you at risk. </a:t>
            </a:r>
          </a:p>
          <a:p>
            <a:pPr lvl="0"/>
            <a:r>
              <a:rPr lang="en-US" dirty="0"/>
              <a:t>Always </a:t>
            </a:r>
            <a:r>
              <a:rPr lang="en-US" dirty="0">
                <a:solidFill>
                  <a:srgbClr val="C00000"/>
                </a:solidFill>
              </a:rPr>
              <a:t>report chemical spills </a:t>
            </a:r>
            <a:r>
              <a:rPr lang="en-US" dirty="0"/>
              <a:t>to your instructor or teaching assistant.</a:t>
            </a:r>
          </a:p>
          <a:p>
            <a:pPr lvl="0"/>
            <a:r>
              <a:rPr lang="en-US" dirty="0"/>
              <a:t>Report suspected equipment failures to your instructor or teaching assistant.</a:t>
            </a:r>
          </a:p>
          <a:p>
            <a:pPr lvl="0"/>
            <a:r>
              <a:rPr lang="en-US" dirty="0"/>
              <a:t>Never mouth pipette.</a:t>
            </a:r>
          </a:p>
          <a:p>
            <a:pPr lvl="0"/>
            <a:r>
              <a:rPr lang="en-US" dirty="0"/>
              <a:t>Never leave an open flame unattended.</a:t>
            </a:r>
          </a:p>
          <a:p>
            <a:pPr lvl="0"/>
            <a:r>
              <a:rPr lang="en-US" dirty="0"/>
              <a:t>Be careful with hot or sharp equipment.</a:t>
            </a:r>
          </a:p>
          <a:p>
            <a:pPr lvl="0"/>
            <a:r>
              <a:rPr lang="en-US" dirty="0"/>
              <a:t>Wear safety goggles when working with chemicals.  Always pour chemicals slowly.</a:t>
            </a:r>
          </a:p>
          <a:p>
            <a:pPr lvl="0"/>
            <a:r>
              <a:rPr lang="en-US" dirty="0"/>
              <a:t>Protect any open wounds.</a:t>
            </a:r>
          </a:p>
          <a:p>
            <a:pPr lvl="0"/>
            <a:r>
              <a:rPr lang="en-US" dirty="0">
                <a:solidFill>
                  <a:srgbClr val="C00000"/>
                </a:solidFill>
              </a:rPr>
              <a:t>Keep your laboratory bench neat and orderly.</a:t>
            </a:r>
          </a:p>
          <a:p>
            <a:pPr lvl="0"/>
            <a:r>
              <a:rPr lang="en-US" dirty="0">
                <a:solidFill>
                  <a:srgbClr val="C00000"/>
                </a:solidFill>
              </a:rPr>
              <a:t>Dispose of sharps and broken glass in designated containers.</a:t>
            </a:r>
          </a:p>
          <a:p>
            <a:pPr lvl="0"/>
            <a:r>
              <a:rPr lang="en-US" dirty="0">
                <a:solidFill>
                  <a:srgbClr val="C00000"/>
                </a:solidFill>
              </a:rPr>
              <a:t>Dispose of chemicals and specimens in designated containers.</a:t>
            </a:r>
          </a:p>
          <a:p>
            <a:r>
              <a:rPr lang="en-US" dirty="0">
                <a:solidFill>
                  <a:srgbClr val="C00000"/>
                </a:solidFill>
              </a:rPr>
              <a:t>Always wash your hands after laboratory (and during).</a:t>
            </a:r>
          </a:p>
          <a:p>
            <a:pPr lvl="0">
              <a:buNone/>
            </a:pPr>
            <a:endParaRPr lang="en-US" dirty="0"/>
          </a:p>
        </p:txBody>
      </p:sp>
      <p:sp>
        <p:nvSpPr>
          <p:cNvPr id="5" name="Title 1">
            <a:extLst>
              <a:ext uri="{FF2B5EF4-FFF2-40B4-BE49-F238E27FC236}">
                <a16:creationId xmlns:a16="http://schemas.microsoft.com/office/drawing/2014/main" id="{F8AAA37C-EFD9-4303-9E6F-06734FEDD806}"/>
              </a:ext>
            </a:extLst>
          </p:cNvPr>
          <p:cNvSpPr txBox="1">
            <a:spLocks/>
          </p:cNvSpPr>
          <p:nvPr/>
        </p:nvSpPr>
        <p:spPr>
          <a:xfrm>
            <a:off x="1943100" y="76201"/>
            <a:ext cx="8305800" cy="947737"/>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1750 Laboratory Safety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 calcmode="lin" valueType="num">
                                      <p:cBhvr additive="base">
                                        <p:cTn id="49" dur="500" fill="hold"/>
                                        <p:tgtEl>
                                          <p:spTgt spid="3">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anim calcmode="lin" valueType="num">
                                      <p:cBhvr additive="base">
                                        <p:cTn id="55" dur="500" fill="hold"/>
                                        <p:tgtEl>
                                          <p:spTgt spid="3">
                                            <p:txEl>
                                              <p:pRg st="9" end="9"/>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3">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3">
                                            <p:txEl>
                                              <p:pRg st="10" end="10"/>
                                            </p:txEl>
                                          </p:spTgt>
                                        </p:tgtEl>
                                        <p:attrNameLst>
                                          <p:attrName>style.visibility</p:attrName>
                                        </p:attrNameLst>
                                      </p:cBhvr>
                                      <p:to>
                                        <p:strVal val="visible"/>
                                      </p:to>
                                    </p:set>
                                    <p:anim calcmode="lin" valueType="num">
                                      <p:cBhvr additive="base">
                                        <p:cTn id="61" dur="500" fill="hold"/>
                                        <p:tgtEl>
                                          <p:spTgt spid="3">
                                            <p:txEl>
                                              <p:pRg st="10" end="10"/>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3">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3">
                                            <p:txEl>
                                              <p:pRg st="11" end="11"/>
                                            </p:txEl>
                                          </p:spTgt>
                                        </p:tgtEl>
                                        <p:attrNameLst>
                                          <p:attrName>style.visibility</p:attrName>
                                        </p:attrNameLst>
                                      </p:cBhvr>
                                      <p:to>
                                        <p:strVal val="visible"/>
                                      </p:to>
                                    </p:set>
                                    <p:anim calcmode="lin" valueType="num">
                                      <p:cBhvr additive="base">
                                        <p:cTn id="67" dur="500" fill="hold"/>
                                        <p:tgtEl>
                                          <p:spTgt spid="3">
                                            <p:txEl>
                                              <p:pRg st="11" end="11"/>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3">
                                            <p:txEl>
                                              <p:pRg st="11" end="11"/>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nodeType="clickEffect">
                                  <p:stCondLst>
                                    <p:cond delay="0"/>
                                  </p:stCondLst>
                                  <p:childTnLst>
                                    <p:set>
                                      <p:cBhvr>
                                        <p:cTn id="72" dur="1" fill="hold">
                                          <p:stCondLst>
                                            <p:cond delay="0"/>
                                          </p:stCondLst>
                                        </p:cTn>
                                        <p:tgtEl>
                                          <p:spTgt spid="3">
                                            <p:txEl>
                                              <p:pRg st="12" end="12"/>
                                            </p:txEl>
                                          </p:spTgt>
                                        </p:tgtEl>
                                        <p:attrNameLst>
                                          <p:attrName>style.visibility</p:attrName>
                                        </p:attrNameLst>
                                      </p:cBhvr>
                                      <p:to>
                                        <p:strVal val="visible"/>
                                      </p:to>
                                    </p:set>
                                    <p:anim calcmode="lin" valueType="num">
                                      <p:cBhvr additive="base">
                                        <p:cTn id="73" dur="500" fill="hold"/>
                                        <p:tgtEl>
                                          <p:spTgt spid="3">
                                            <p:txEl>
                                              <p:pRg st="12" end="12"/>
                                            </p:tx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3">
                                            <p:txEl>
                                              <p:pRg st="12" end="12"/>
                                            </p:txEl>
                                          </p:spTgt>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nodeType="clickEffect">
                                  <p:stCondLst>
                                    <p:cond delay="0"/>
                                  </p:stCondLst>
                                  <p:childTnLst>
                                    <p:set>
                                      <p:cBhvr>
                                        <p:cTn id="78" dur="1" fill="hold">
                                          <p:stCondLst>
                                            <p:cond delay="0"/>
                                          </p:stCondLst>
                                        </p:cTn>
                                        <p:tgtEl>
                                          <p:spTgt spid="3">
                                            <p:txEl>
                                              <p:pRg st="13" end="13"/>
                                            </p:txEl>
                                          </p:spTgt>
                                        </p:tgtEl>
                                        <p:attrNameLst>
                                          <p:attrName>style.visibility</p:attrName>
                                        </p:attrNameLst>
                                      </p:cBhvr>
                                      <p:to>
                                        <p:strVal val="visible"/>
                                      </p:to>
                                    </p:set>
                                    <p:anim calcmode="lin" valueType="num">
                                      <p:cBhvr additive="base">
                                        <p:cTn id="79" dur="500" fill="hold"/>
                                        <p:tgtEl>
                                          <p:spTgt spid="3">
                                            <p:txEl>
                                              <p:pRg st="13" end="13"/>
                                            </p:txEl>
                                          </p:spTgt>
                                        </p:tgtEl>
                                        <p:attrNameLst>
                                          <p:attrName>ppt_x</p:attrName>
                                        </p:attrNameLst>
                                      </p:cBhvr>
                                      <p:tavLst>
                                        <p:tav tm="0">
                                          <p:val>
                                            <p:strVal val="0-#ppt_w/2"/>
                                          </p:val>
                                        </p:tav>
                                        <p:tav tm="100000">
                                          <p:val>
                                            <p:strVal val="#ppt_x"/>
                                          </p:val>
                                        </p:tav>
                                      </p:tavLst>
                                    </p:anim>
                                    <p:anim calcmode="lin" valueType="num">
                                      <p:cBhvr additive="base">
                                        <p:cTn id="80" dur="500" fill="hold"/>
                                        <p:tgtEl>
                                          <p:spTgt spid="3">
                                            <p:txEl>
                                              <p:pRg st="13" end="1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p:cNvPicPr>
            <a:picLocks noChangeAspect="1"/>
          </p:cNvPicPr>
          <p:nvPr/>
        </p:nvPicPr>
        <p:blipFill rotWithShape="1">
          <a:blip r:embed="rId3">
            <a:extLst>
              <a:ext uri="{28A0092B-C50C-407E-A947-70E740481C1C}">
                <a14:useLocalDpi xmlns:a14="http://schemas.microsoft.com/office/drawing/2010/main" val="0"/>
              </a:ext>
            </a:extLst>
          </a:blip>
          <a:srcRect l="5193" t="6451" r="6862" b="73297"/>
          <a:stretch/>
        </p:blipFill>
        <p:spPr>
          <a:xfrm>
            <a:off x="4703429" y="1"/>
            <a:ext cx="5964573" cy="1777399"/>
          </a:xfrm>
          <a:prstGeom prst="rect">
            <a:avLst/>
          </a:prstGeom>
        </p:spPr>
      </p:pic>
      <p:sp>
        <p:nvSpPr>
          <p:cNvPr id="15" name="Title 1"/>
          <p:cNvSpPr>
            <a:spLocks noGrp="1"/>
          </p:cNvSpPr>
          <p:nvPr>
            <p:ph type="title"/>
          </p:nvPr>
        </p:nvSpPr>
        <p:spPr>
          <a:xfrm>
            <a:off x="1524000" y="0"/>
            <a:ext cx="3179428" cy="2057400"/>
          </a:xfrm>
        </p:spPr>
        <p:txBody>
          <a:bodyPr>
            <a:normAutofit/>
          </a:bodyPr>
          <a:lstStyle/>
          <a:p>
            <a:r>
              <a:rPr lang="en-US" sz="4000" dirty="0"/>
              <a:t>Science is a Process</a:t>
            </a:r>
          </a:p>
        </p:txBody>
      </p:sp>
      <p:pic>
        <p:nvPicPr>
          <p:cNvPr id="17" name="Picture 16"/>
          <p:cNvPicPr>
            <a:picLocks noChangeAspect="1"/>
          </p:cNvPicPr>
          <p:nvPr/>
        </p:nvPicPr>
        <p:blipFill rotWithShape="1">
          <a:blip r:embed="rId3">
            <a:extLst>
              <a:ext uri="{28A0092B-C50C-407E-A947-70E740481C1C}">
                <a14:useLocalDpi xmlns:a14="http://schemas.microsoft.com/office/drawing/2010/main" val="0"/>
              </a:ext>
            </a:extLst>
          </a:blip>
          <a:srcRect l="5193" t="34135" r="6862" b="23902"/>
          <a:stretch/>
        </p:blipFill>
        <p:spPr>
          <a:xfrm>
            <a:off x="4703428" y="1777400"/>
            <a:ext cx="5964573" cy="3682925"/>
          </a:xfrm>
          <a:prstGeom prst="rect">
            <a:avLst/>
          </a:prstGeom>
        </p:spPr>
      </p:pic>
      <p:sp>
        <p:nvSpPr>
          <p:cNvPr id="18" name="Rectangle 17"/>
          <p:cNvSpPr/>
          <p:nvPr/>
        </p:nvSpPr>
        <p:spPr>
          <a:xfrm>
            <a:off x="8534401" y="1299029"/>
            <a:ext cx="2133601"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4703428" y="1299029"/>
            <a:ext cx="2230773"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5"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8" cstate="print">
              <a:extLst>
                <a:ext uri="{BEBA8EAE-BF5A-486C-A8C5-ECC9F3942E4B}">
                  <a14:imgProps xmlns:a14="http://schemas.microsoft.com/office/drawing/2010/main">
                    <a14:imgLayer r:embed="rId9">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Rectangle 1"/>
          <p:cNvSpPr/>
          <p:nvPr/>
        </p:nvSpPr>
        <p:spPr>
          <a:xfrm>
            <a:off x="4703427" y="2213430"/>
            <a:ext cx="2230773" cy="2739571"/>
          </a:xfrm>
          <a:prstGeom prst="rect">
            <a:avLst/>
          </a:prstGeom>
          <a:noFill/>
          <a:ln w="50800">
            <a:solidFill>
              <a:srgbClr val="0000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DA"/>
              </a:solidFill>
            </a:endParaRPr>
          </a:p>
        </p:txBody>
      </p:sp>
      <p:sp>
        <p:nvSpPr>
          <p:cNvPr id="3" name="Rectangle 2"/>
          <p:cNvSpPr/>
          <p:nvPr/>
        </p:nvSpPr>
        <p:spPr>
          <a:xfrm>
            <a:off x="4818442" y="1777399"/>
            <a:ext cx="2000741" cy="369332"/>
          </a:xfrm>
          <a:prstGeom prst="rect">
            <a:avLst/>
          </a:prstGeom>
        </p:spPr>
        <p:txBody>
          <a:bodyPr wrap="none">
            <a:spAutoFit/>
          </a:bodyPr>
          <a:lstStyle/>
          <a:p>
            <a:pPr algn="ctr"/>
            <a:r>
              <a:rPr lang="en-US" b="1" dirty="0">
                <a:solidFill>
                  <a:srgbClr val="0000DA"/>
                </a:solidFill>
              </a:rPr>
              <a:t>Statistical Analyses</a:t>
            </a:r>
          </a:p>
        </p:txBody>
      </p:sp>
      <p:sp>
        <p:nvSpPr>
          <p:cNvPr id="4" name="TextBox 3"/>
          <p:cNvSpPr txBox="1"/>
          <p:nvPr/>
        </p:nvSpPr>
        <p:spPr>
          <a:xfrm>
            <a:off x="1887445" y="2523734"/>
            <a:ext cx="2732711" cy="1938992"/>
          </a:xfrm>
          <a:prstGeom prst="rect">
            <a:avLst/>
          </a:prstGeom>
          <a:noFill/>
        </p:spPr>
        <p:txBody>
          <a:bodyPr wrap="square" rtlCol="0">
            <a:spAutoFit/>
          </a:bodyPr>
          <a:lstStyle/>
          <a:p>
            <a:r>
              <a:rPr lang="en-US" sz="2000" dirty="0"/>
              <a:t>Basic Summary:</a:t>
            </a:r>
          </a:p>
          <a:p>
            <a:pPr marL="285750" indent="-285750">
              <a:buFont typeface="Arial" panose="020B0604020202020204" pitchFamily="34" charset="0"/>
              <a:buChar char="•"/>
            </a:pPr>
            <a:r>
              <a:rPr lang="en-US" sz="2000" dirty="0"/>
              <a:t>Observe</a:t>
            </a:r>
          </a:p>
          <a:p>
            <a:pPr marL="285750" indent="-285750">
              <a:buFont typeface="Arial" panose="020B0604020202020204" pitchFamily="34" charset="0"/>
              <a:buChar char="•"/>
            </a:pPr>
            <a:r>
              <a:rPr lang="en-US" sz="2000" dirty="0"/>
              <a:t>Hypothesize</a:t>
            </a:r>
          </a:p>
          <a:p>
            <a:pPr marL="285750" indent="-285750">
              <a:buFont typeface="Arial" panose="020B0604020202020204" pitchFamily="34" charset="0"/>
              <a:buChar char="•"/>
            </a:pPr>
            <a:r>
              <a:rPr lang="en-US" sz="2000" dirty="0"/>
              <a:t>Test by experiment (comparative also)</a:t>
            </a:r>
          </a:p>
          <a:p>
            <a:pPr marL="285750" indent="-285750">
              <a:buFont typeface="Arial" panose="020B0604020202020204" pitchFamily="34" charset="0"/>
              <a:buChar char="•"/>
            </a:pPr>
            <a:r>
              <a:rPr lang="en-US" sz="2000" dirty="0"/>
              <a:t>Interpret results</a:t>
            </a:r>
          </a:p>
        </p:txBody>
      </p:sp>
    </p:spTree>
    <p:extLst>
      <p:ext uri="{BB962C8B-B14F-4D97-AF65-F5344CB8AC3E}">
        <p14:creationId xmlns:p14="http://schemas.microsoft.com/office/powerpoint/2010/main" val="786426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Content Placeholder 2"/>
          <p:cNvSpPr>
            <a:spLocks noGrp="1"/>
          </p:cNvSpPr>
          <p:nvPr>
            <p:ph idx="1"/>
          </p:nvPr>
        </p:nvSpPr>
        <p:spPr>
          <a:xfrm>
            <a:off x="1333500" y="1066800"/>
            <a:ext cx="9525000" cy="5791200"/>
          </a:xfrm>
          <a:noFill/>
        </p:spPr>
        <p:txBody>
          <a:bodyPr>
            <a:normAutofit/>
          </a:bodyPr>
          <a:lstStyle/>
          <a:p>
            <a:r>
              <a:rPr lang="en-US" sz="2800" b="1" dirty="0"/>
              <a:t>Null hypothesis</a:t>
            </a:r>
            <a:r>
              <a:rPr lang="en-US" sz="2800" dirty="0"/>
              <a:t> – there will be </a:t>
            </a:r>
            <a:r>
              <a:rPr lang="en-US" sz="2800" b="1" dirty="0">
                <a:solidFill>
                  <a:srgbClr val="C00000"/>
                </a:solidFill>
              </a:rPr>
              <a:t>no observed effect </a:t>
            </a:r>
            <a:r>
              <a:rPr lang="en-US" sz="2800" dirty="0"/>
              <a:t>for our experiment (denoted by </a:t>
            </a:r>
            <a:r>
              <a:rPr lang="en-US" sz="2800" i="1" dirty="0"/>
              <a:t>H</a:t>
            </a:r>
            <a:r>
              <a:rPr lang="en-US" sz="2800" baseline="-25000" dirty="0"/>
              <a:t>0</a:t>
            </a:r>
            <a:r>
              <a:rPr lang="en-US" sz="2800" dirty="0"/>
              <a:t>)</a:t>
            </a:r>
          </a:p>
          <a:p>
            <a:pPr lvl="1"/>
            <a:r>
              <a:rPr lang="en-US" sz="2400" i="1" dirty="0"/>
              <a:t>H</a:t>
            </a:r>
            <a:r>
              <a:rPr lang="en-US" sz="2400" i="1" baseline="-25000" dirty="0"/>
              <a:t>0</a:t>
            </a:r>
            <a:r>
              <a:rPr lang="en-US" sz="2400" dirty="0"/>
              <a:t>: There is no increased incidence of diabetes from increased sugar intake.</a:t>
            </a:r>
          </a:p>
          <a:p>
            <a:pPr lvl="1"/>
            <a:r>
              <a:rPr lang="en-US" sz="2400" i="1" dirty="0"/>
              <a:t>H</a:t>
            </a:r>
            <a:r>
              <a:rPr lang="en-US" sz="2400" i="1" baseline="-25000" dirty="0"/>
              <a:t>0</a:t>
            </a:r>
            <a:r>
              <a:rPr lang="en-US" sz="2400" dirty="0"/>
              <a:t>: There is no difference in bee visitation to blue and yellow flowers.</a:t>
            </a:r>
          </a:p>
          <a:p>
            <a:r>
              <a:rPr lang="en-US" sz="2800" dirty="0"/>
              <a:t>The null hypothesis is what we are attempting to overturn by our test.</a:t>
            </a:r>
          </a:p>
          <a:p>
            <a:pPr lvl="1"/>
            <a:r>
              <a:rPr lang="en-US" sz="2400" dirty="0"/>
              <a:t>If we </a:t>
            </a:r>
            <a:r>
              <a:rPr lang="en-US" sz="2400" i="1" dirty="0"/>
              <a:t>reject the null hypothesis</a:t>
            </a:r>
            <a:r>
              <a:rPr lang="en-US" sz="2400" dirty="0"/>
              <a:t>, it means that our data support our alternative claim.</a:t>
            </a:r>
          </a:p>
          <a:p>
            <a:pPr lvl="1"/>
            <a:r>
              <a:rPr lang="en-US" sz="2400" dirty="0"/>
              <a:t>If we </a:t>
            </a:r>
            <a:r>
              <a:rPr lang="en-US" sz="2400" i="1" dirty="0"/>
              <a:t>fail to reject the null hypothesis</a:t>
            </a:r>
            <a:r>
              <a:rPr lang="en-US" sz="2400" dirty="0"/>
              <a:t>, it does not mean our alternative claim is not true, it only means that our data do not support our claim</a:t>
            </a:r>
          </a:p>
          <a:p>
            <a:pPr marL="0" indent="0">
              <a:buNone/>
            </a:pPr>
            <a:endParaRPr lang="en-US" sz="2800" dirty="0"/>
          </a:p>
        </p:txBody>
      </p:sp>
      <p:sp>
        <p:nvSpPr>
          <p:cNvPr id="32" name="Title 1"/>
          <p:cNvSpPr>
            <a:spLocks noGrp="1"/>
          </p:cNvSpPr>
          <p:nvPr>
            <p:ph type="title"/>
          </p:nvPr>
        </p:nvSpPr>
        <p:spPr>
          <a:xfrm>
            <a:off x="1981200" y="0"/>
            <a:ext cx="8229600" cy="914400"/>
          </a:xfrm>
        </p:spPr>
        <p:txBody>
          <a:bodyPr>
            <a:normAutofit/>
          </a:bodyPr>
          <a:lstStyle/>
          <a:p>
            <a:r>
              <a:rPr lang="en-US" sz="4000" dirty="0"/>
              <a:t>Null vs. Alternative Hypotheses</a:t>
            </a:r>
            <a:endParaRPr lang="en-US" sz="3200" dirty="0"/>
          </a:p>
        </p:txBody>
      </p:sp>
    </p:spTree>
    <p:extLst>
      <p:ext uri="{BB962C8B-B14F-4D97-AF65-F5344CB8AC3E}">
        <p14:creationId xmlns:p14="http://schemas.microsoft.com/office/powerpoint/2010/main" val="1784436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Content Placeholder 2"/>
          <p:cNvSpPr>
            <a:spLocks noGrp="1"/>
          </p:cNvSpPr>
          <p:nvPr>
            <p:ph idx="1"/>
          </p:nvPr>
        </p:nvSpPr>
        <p:spPr>
          <a:xfrm>
            <a:off x="1333500" y="1600200"/>
            <a:ext cx="9525000" cy="4653582"/>
          </a:xfrm>
          <a:noFill/>
        </p:spPr>
        <p:txBody>
          <a:bodyPr wrap="square">
            <a:spAutoFit/>
          </a:bodyPr>
          <a:lstStyle/>
          <a:p>
            <a:r>
              <a:rPr lang="en-US" sz="2600" b="1" dirty="0"/>
              <a:t>Alternative (or experimental) hypothesis</a:t>
            </a:r>
            <a:r>
              <a:rPr lang="en-US" sz="2600" dirty="0"/>
              <a:t> – there </a:t>
            </a:r>
            <a:r>
              <a:rPr lang="en-US" sz="2600" b="1" dirty="0">
                <a:solidFill>
                  <a:srgbClr val="C00000"/>
                </a:solidFill>
              </a:rPr>
              <a:t>will be an observed effect</a:t>
            </a:r>
            <a:r>
              <a:rPr lang="en-US" sz="2600" b="1" dirty="0">
                <a:solidFill>
                  <a:srgbClr val="FF0000"/>
                </a:solidFill>
              </a:rPr>
              <a:t> </a:t>
            </a:r>
            <a:r>
              <a:rPr lang="en-US" sz="2600" dirty="0"/>
              <a:t>for our experiment (denoted by either </a:t>
            </a:r>
            <a:r>
              <a:rPr lang="en-US" sz="2600" i="1" dirty="0"/>
              <a:t>H</a:t>
            </a:r>
            <a:r>
              <a:rPr lang="en-US" sz="2600" baseline="-25000" dirty="0"/>
              <a:t>a</a:t>
            </a:r>
            <a:r>
              <a:rPr lang="en-US" sz="2600" dirty="0"/>
              <a:t> or by </a:t>
            </a:r>
            <a:r>
              <a:rPr lang="en-US" sz="2600" i="1" dirty="0"/>
              <a:t>H</a:t>
            </a:r>
            <a:r>
              <a:rPr lang="en-US" sz="2600" i="1" baseline="-25000" dirty="0"/>
              <a:t>1</a:t>
            </a:r>
            <a:r>
              <a:rPr lang="en-US" sz="2600" dirty="0"/>
              <a:t>)</a:t>
            </a:r>
          </a:p>
          <a:p>
            <a:pPr lvl="1"/>
            <a:r>
              <a:rPr lang="en-US" sz="2400" i="1" dirty="0"/>
              <a:t>H</a:t>
            </a:r>
            <a:r>
              <a:rPr lang="en-US" sz="2400" i="1" baseline="-25000" dirty="0"/>
              <a:t>a</a:t>
            </a:r>
            <a:r>
              <a:rPr lang="en-US" sz="2400" dirty="0"/>
              <a:t>: There is increased incidence of diabetes from increased sugar intake.</a:t>
            </a:r>
          </a:p>
          <a:p>
            <a:pPr lvl="1"/>
            <a:r>
              <a:rPr lang="en-US" sz="2400" i="1" dirty="0"/>
              <a:t>H</a:t>
            </a:r>
            <a:r>
              <a:rPr lang="en-US" sz="2400" i="1" baseline="-25000" dirty="0"/>
              <a:t>a</a:t>
            </a:r>
            <a:r>
              <a:rPr lang="en-US" sz="2400" dirty="0"/>
              <a:t>: Bees visit blue flowers more often than yellow flowers.</a:t>
            </a:r>
          </a:p>
          <a:p>
            <a:r>
              <a:rPr lang="en-US" sz="2600" dirty="0"/>
              <a:t>The alternative hypothesis is what we are attempting to demonstrate in an indirect way by the use of our hypothesis test.</a:t>
            </a:r>
          </a:p>
          <a:p>
            <a:pPr lvl="1"/>
            <a:r>
              <a:rPr lang="en-US" sz="2400" dirty="0"/>
              <a:t>If the null hypothesis is rejected, then we accept the alternative hypothesis. (i.e. our data support </a:t>
            </a:r>
            <a:r>
              <a:rPr lang="en-US" sz="2400" i="1" dirty="0"/>
              <a:t>H</a:t>
            </a:r>
            <a:r>
              <a:rPr lang="en-US" sz="2400" i="1" baseline="-25000" dirty="0"/>
              <a:t>a</a:t>
            </a:r>
            <a:r>
              <a:rPr lang="en-US" sz="2400" dirty="0"/>
              <a:t>)</a:t>
            </a:r>
          </a:p>
          <a:p>
            <a:pPr lvl="1"/>
            <a:r>
              <a:rPr lang="en-US" sz="2400" dirty="0"/>
              <a:t>If the null hypothesis is not rejected, then we do not accept the alternative hypothesis based on these data.</a:t>
            </a:r>
          </a:p>
        </p:txBody>
      </p:sp>
      <p:sp>
        <p:nvSpPr>
          <p:cNvPr id="32" name="Title 1"/>
          <p:cNvSpPr>
            <a:spLocks noGrp="1"/>
          </p:cNvSpPr>
          <p:nvPr>
            <p:ph type="title"/>
          </p:nvPr>
        </p:nvSpPr>
        <p:spPr>
          <a:xfrm>
            <a:off x="1981200" y="0"/>
            <a:ext cx="8229600" cy="914400"/>
          </a:xfrm>
        </p:spPr>
        <p:txBody>
          <a:bodyPr>
            <a:normAutofit/>
          </a:bodyPr>
          <a:lstStyle/>
          <a:p>
            <a:r>
              <a:rPr lang="en-US" sz="4000" dirty="0"/>
              <a:t>Null vs. Alternative Hypotheses</a:t>
            </a:r>
            <a:endParaRPr lang="en-US" sz="3200" dirty="0"/>
          </a:p>
        </p:txBody>
      </p:sp>
    </p:spTree>
    <p:extLst>
      <p:ext uri="{BB962C8B-B14F-4D97-AF65-F5344CB8AC3E}">
        <p14:creationId xmlns:p14="http://schemas.microsoft.com/office/powerpoint/2010/main" val="500193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title"/>
          </p:nvPr>
        </p:nvSpPr>
        <p:spPr>
          <a:xfrm>
            <a:off x="1524000" y="0"/>
            <a:ext cx="3179428" cy="2057400"/>
          </a:xfrm>
        </p:spPr>
        <p:txBody>
          <a:bodyPr>
            <a:normAutofit/>
          </a:bodyPr>
          <a:lstStyle/>
          <a:p>
            <a:r>
              <a:rPr lang="en-US" sz="4000" dirty="0"/>
              <a:t>Science is a Process</a:t>
            </a:r>
          </a:p>
        </p:txBody>
      </p:sp>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TextBox 3"/>
          <p:cNvSpPr txBox="1"/>
          <p:nvPr/>
        </p:nvSpPr>
        <p:spPr>
          <a:xfrm>
            <a:off x="1143002" y="1951940"/>
            <a:ext cx="6765632" cy="4108817"/>
          </a:xfrm>
          <a:prstGeom prst="rect">
            <a:avLst/>
          </a:prstGeom>
          <a:noFill/>
        </p:spPr>
        <p:txBody>
          <a:bodyPr wrap="square" rtlCol="0">
            <a:spAutoFit/>
          </a:bodyPr>
          <a:lstStyle/>
          <a:p>
            <a:pPr>
              <a:spcAft>
                <a:spcPts val="600"/>
              </a:spcAft>
            </a:pPr>
            <a:r>
              <a:rPr lang="en-US" sz="3200" dirty="0"/>
              <a:t>1) Determine the variables</a:t>
            </a:r>
          </a:p>
          <a:p>
            <a:r>
              <a:rPr lang="en-US" sz="3200" dirty="0"/>
              <a:t>Dependent (response)</a:t>
            </a:r>
          </a:p>
          <a:p>
            <a:pPr marL="914400" lvl="1" indent="-457200">
              <a:buFont typeface="Arial" panose="020B0604020202020204" pitchFamily="34" charset="0"/>
              <a:buChar char="•"/>
            </a:pPr>
            <a:r>
              <a:rPr lang="en-US" sz="3200" dirty="0"/>
              <a:t>what is measured</a:t>
            </a:r>
          </a:p>
          <a:p>
            <a:r>
              <a:rPr lang="en-US" sz="3200" dirty="0"/>
              <a:t>Independent (explanatory or predictor)</a:t>
            </a:r>
          </a:p>
          <a:p>
            <a:pPr marL="914400" lvl="1" indent="-457200">
              <a:buFont typeface="Arial" panose="020B0604020202020204" pitchFamily="34" charset="0"/>
              <a:buChar char="•"/>
            </a:pPr>
            <a:r>
              <a:rPr lang="en-US" sz="3200" dirty="0"/>
              <a:t>what is manipulated</a:t>
            </a:r>
          </a:p>
          <a:p>
            <a:r>
              <a:rPr lang="en-US" sz="3200" dirty="0"/>
              <a:t>Controlled variables </a:t>
            </a:r>
          </a:p>
          <a:p>
            <a:pPr marL="914400" lvl="1" indent="-457200">
              <a:buFont typeface="Arial" panose="020B0604020202020204" pitchFamily="34" charset="0"/>
              <a:buChar char="•"/>
            </a:pPr>
            <a:r>
              <a:rPr lang="en-US" sz="3200" dirty="0"/>
              <a:t>what is kept the same</a:t>
            </a:r>
          </a:p>
          <a:p>
            <a:endParaRPr lang="en-US" sz="3200" dirty="0"/>
          </a:p>
        </p:txBody>
      </p:sp>
      <p:sp>
        <p:nvSpPr>
          <p:cNvPr id="2" name="TextBox 1"/>
          <p:cNvSpPr txBox="1"/>
          <p:nvPr/>
        </p:nvSpPr>
        <p:spPr>
          <a:xfrm>
            <a:off x="5257800" y="382280"/>
            <a:ext cx="5939854" cy="1569660"/>
          </a:xfrm>
          <a:prstGeom prst="rect">
            <a:avLst/>
          </a:prstGeom>
          <a:noFill/>
        </p:spPr>
        <p:txBody>
          <a:bodyPr wrap="square" rtlCol="0">
            <a:spAutoFit/>
          </a:bodyPr>
          <a:lstStyle/>
          <a:p>
            <a:r>
              <a:rPr lang="en-US" sz="3200" dirty="0">
                <a:solidFill>
                  <a:srgbClr val="0000DA"/>
                </a:solidFill>
              </a:rPr>
              <a:t>Understanding experimental design helps you understand the scientific process</a:t>
            </a:r>
          </a:p>
        </p:txBody>
      </p:sp>
      <p:sp>
        <p:nvSpPr>
          <p:cNvPr id="3" name="TextBox 2"/>
          <p:cNvSpPr txBox="1"/>
          <p:nvPr/>
        </p:nvSpPr>
        <p:spPr>
          <a:xfrm>
            <a:off x="7898514" y="2743200"/>
            <a:ext cx="3836286" cy="1785104"/>
          </a:xfrm>
          <a:prstGeom prst="rect">
            <a:avLst/>
          </a:prstGeom>
          <a:noFill/>
        </p:spPr>
        <p:txBody>
          <a:bodyPr wrap="square" rtlCol="0">
            <a:spAutoFit/>
          </a:bodyPr>
          <a:lstStyle/>
          <a:p>
            <a:r>
              <a:rPr lang="en-US" sz="2000" dirty="0"/>
              <a:t>Further Explanations and Examples</a:t>
            </a:r>
            <a:endParaRPr lang="en-US" sz="2000" dirty="0">
              <a:solidFill>
                <a:srgbClr val="0000FF"/>
              </a:solidFill>
              <a:hlinkClick r:id="rId12">
                <a:extLst>
                  <a:ext uri="{A12FA001-AC4F-418D-AE19-62706E023703}">
                    <ahyp:hlinkClr xmlns:ahyp="http://schemas.microsoft.com/office/drawing/2018/hyperlinkcolor" val="tx"/>
                  </a:ext>
                </a:extLst>
              </a:hlinkClick>
            </a:endParaRPr>
          </a:p>
          <a:p>
            <a:endParaRPr lang="en-US" dirty="0">
              <a:solidFill>
                <a:srgbClr val="0000FF"/>
              </a:solidFill>
              <a:hlinkClick r:id="rId12">
                <a:extLst>
                  <a:ext uri="{A12FA001-AC4F-418D-AE19-62706E023703}">
                    <ahyp:hlinkClr xmlns:ahyp="http://schemas.microsoft.com/office/drawing/2018/hyperlinkcolor" val="tx"/>
                  </a:ext>
                </a:extLst>
              </a:hlinkClick>
            </a:endParaRPr>
          </a:p>
          <a:p>
            <a:r>
              <a:rPr lang="en-US" i="1" dirty="0">
                <a:solidFill>
                  <a:srgbClr val="0000DA"/>
                </a:solidFill>
                <a:hlinkClick r:id="rId12">
                  <a:extLst>
                    <a:ext uri="{A12FA001-AC4F-418D-AE19-62706E023703}">
                      <ahyp:hlinkClr xmlns:ahyp="http://schemas.microsoft.com/office/drawing/2018/hyperlinkcolor" val="tx"/>
                    </a:ext>
                  </a:extLst>
                </a:hlinkClick>
              </a:rPr>
              <a:t>Controlled Experiments </a:t>
            </a:r>
            <a:r>
              <a:rPr lang="en-US" dirty="0"/>
              <a:t>(4:06)</a:t>
            </a:r>
          </a:p>
          <a:p>
            <a:endParaRPr lang="en-US" dirty="0"/>
          </a:p>
          <a:p>
            <a:r>
              <a:rPr lang="en-US" i="1" dirty="0">
                <a:solidFill>
                  <a:srgbClr val="0000DA"/>
                </a:solidFill>
                <a:hlinkClick r:id="rId13">
                  <a:extLst>
                    <a:ext uri="{A12FA001-AC4F-418D-AE19-62706E023703}">
                      <ahyp:hlinkClr xmlns:ahyp="http://schemas.microsoft.com/office/drawing/2018/hyperlinkcolor" val="tx"/>
                    </a:ext>
                  </a:extLst>
                </a:hlinkClick>
              </a:rPr>
              <a:t>Independent vs. Dependent Variables </a:t>
            </a:r>
            <a:r>
              <a:rPr lang="en-US" dirty="0"/>
              <a:t>(3:16)</a:t>
            </a:r>
          </a:p>
        </p:txBody>
      </p:sp>
    </p:spTree>
    <p:extLst>
      <p:ext uri="{BB962C8B-B14F-4D97-AF65-F5344CB8AC3E}">
        <p14:creationId xmlns:p14="http://schemas.microsoft.com/office/powerpoint/2010/main" val="4193939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title"/>
          </p:nvPr>
        </p:nvSpPr>
        <p:spPr>
          <a:xfrm>
            <a:off x="1524000" y="0"/>
            <a:ext cx="3179428" cy="2057400"/>
          </a:xfrm>
        </p:spPr>
        <p:txBody>
          <a:bodyPr>
            <a:normAutofit/>
          </a:bodyPr>
          <a:lstStyle/>
          <a:p>
            <a:r>
              <a:rPr lang="en-US" sz="4000" dirty="0"/>
              <a:t>Science is a Process</a:t>
            </a:r>
          </a:p>
        </p:txBody>
      </p:sp>
      <p:sp>
        <p:nvSpPr>
          <p:cNvPr id="4" name="TextBox 3"/>
          <p:cNvSpPr txBox="1"/>
          <p:nvPr/>
        </p:nvSpPr>
        <p:spPr>
          <a:xfrm>
            <a:off x="1181100" y="1828800"/>
            <a:ext cx="9829800" cy="4601260"/>
          </a:xfrm>
          <a:prstGeom prst="rect">
            <a:avLst/>
          </a:prstGeom>
          <a:noFill/>
        </p:spPr>
        <p:txBody>
          <a:bodyPr wrap="square" rtlCol="0">
            <a:spAutoFit/>
          </a:bodyPr>
          <a:lstStyle/>
          <a:p>
            <a:pPr>
              <a:spcAft>
                <a:spcPts val="600"/>
              </a:spcAft>
            </a:pPr>
            <a:r>
              <a:rPr lang="en-US" sz="3200" dirty="0"/>
              <a:t>2) Design the experiment</a:t>
            </a:r>
          </a:p>
          <a:p>
            <a:r>
              <a:rPr lang="en-US" sz="3200" dirty="0"/>
              <a:t>Level of treatment </a:t>
            </a:r>
          </a:p>
          <a:p>
            <a:pPr marL="914400" lvl="1" indent="-457200">
              <a:buFont typeface="Arial" panose="020B0604020202020204" pitchFamily="34" charset="0"/>
              <a:buChar char="•"/>
            </a:pPr>
            <a:r>
              <a:rPr lang="en-US" sz="3200" dirty="0"/>
              <a:t>Manipulation is more, less, 25, 85, etc.</a:t>
            </a:r>
          </a:p>
          <a:p>
            <a:r>
              <a:rPr lang="en-US" sz="3200" dirty="0"/>
              <a:t>Replication at different levels</a:t>
            </a:r>
          </a:p>
          <a:p>
            <a:pPr marL="914400" lvl="1" indent="-457200">
              <a:buFont typeface="Arial" panose="020B0604020202020204" pitchFamily="34" charset="0"/>
              <a:buChar char="•"/>
            </a:pPr>
            <a:r>
              <a:rPr lang="en-US" sz="3200" dirty="0"/>
              <a:t># of individuals (biological), # populations (biological), # same treatments (technical)</a:t>
            </a:r>
          </a:p>
          <a:p>
            <a:r>
              <a:rPr lang="en-US" sz="3200" dirty="0"/>
              <a:t>Control treatment</a:t>
            </a:r>
          </a:p>
          <a:p>
            <a:pPr marL="914400" lvl="1" indent="-457200">
              <a:buFont typeface="Arial" panose="020B0604020202020204" pitchFamily="34" charset="0"/>
              <a:buChar char="•"/>
            </a:pPr>
            <a:r>
              <a:rPr lang="en-US" sz="3200" dirty="0"/>
              <a:t>A “normal” state with which to compare other treatments</a:t>
            </a:r>
          </a:p>
        </p:txBody>
      </p:sp>
      <p:sp>
        <p:nvSpPr>
          <p:cNvPr id="2" name="TextBox 1"/>
          <p:cNvSpPr txBox="1"/>
          <p:nvPr/>
        </p:nvSpPr>
        <p:spPr>
          <a:xfrm>
            <a:off x="7010400" y="1014187"/>
            <a:ext cx="3352800" cy="646331"/>
          </a:xfrm>
          <a:prstGeom prst="rect">
            <a:avLst/>
          </a:prstGeom>
          <a:noFill/>
        </p:spPr>
        <p:txBody>
          <a:bodyPr wrap="square" rtlCol="0">
            <a:spAutoFit/>
          </a:bodyPr>
          <a:lstStyle/>
          <a:p>
            <a:r>
              <a:rPr lang="en-US" i="1" dirty="0">
                <a:solidFill>
                  <a:srgbClr val="0000DA"/>
                </a:solidFill>
                <a:hlinkClick r:id="rId2">
                  <a:extLst>
                    <a:ext uri="{A12FA001-AC4F-418D-AE19-62706E023703}">
                      <ahyp:hlinkClr xmlns:ahyp="http://schemas.microsoft.com/office/drawing/2018/hyperlinkcolor" val="tx"/>
                    </a:ext>
                  </a:extLst>
                </a:hlinkClick>
              </a:rPr>
              <a:t>How to Think About Replication </a:t>
            </a:r>
            <a:r>
              <a:rPr lang="en-US" dirty="0"/>
              <a:t>(5:41)</a:t>
            </a:r>
          </a:p>
        </p:txBody>
      </p:sp>
    </p:spTree>
    <p:extLst>
      <p:ext uri="{BB962C8B-B14F-4D97-AF65-F5344CB8AC3E}">
        <p14:creationId xmlns:p14="http://schemas.microsoft.com/office/powerpoint/2010/main" val="3619175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block design experi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81000"/>
            <a:ext cx="8243758" cy="6182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5597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title"/>
          </p:nvPr>
        </p:nvSpPr>
        <p:spPr>
          <a:xfrm>
            <a:off x="1524000" y="0"/>
            <a:ext cx="3179428" cy="2057400"/>
          </a:xfrm>
        </p:spPr>
        <p:txBody>
          <a:bodyPr>
            <a:normAutofit/>
          </a:bodyPr>
          <a:lstStyle/>
          <a:p>
            <a:r>
              <a:rPr lang="en-US" sz="4000" dirty="0"/>
              <a:t>Science is a Process</a:t>
            </a:r>
          </a:p>
        </p:txBody>
      </p:sp>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TextBox 3"/>
          <p:cNvSpPr txBox="1"/>
          <p:nvPr/>
        </p:nvSpPr>
        <p:spPr>
          <a:xfrm>
            <a:off x="4860258" y="1447800"/>
            <a:ext cx="5410200" cy="3539430"/>
          </a:xfrm>
          <a:prstGeom prst="rect">
            <a:avLst/>
          </a:prstGeom>
          <a:noFill/>
        </p:spPr>
        <p:txBody>
          <a:bodyPr wrap="square" rtlCol="0">
            <a:spAutoFit/>
          </a:bodyPr>
          <a:lstStyle/>
          <a:p>
            <a:r>
              <a:rPr lang="en-US" sz="3200" dirty="0"/>
              <a:t>3) Make predictions </a:t>
            </a:r>
          </a:p>
          <a:p>
            <a:endParaRPr lang="en-US" sz="3200" dirty="0"/>
          </a:p>
          <a:p>
            <a:r>
              <a:rPr lang="en-US" sz="3200" dirty="0"/>
              <a:t>Deductive reasoning use </a:t>
            </a:r>
            <a:r>
              <a:rPr lang="en-US" sz="3200" i="1" dirty="0"/>
              <a:t>if</a:t>
            </a:r>
            <a:r>
              <a:rPr lang="en-US" sz="3200" dirty="0"/>
              <a:t>  . . .  </a:t>
            </a:r>
            <a:r>
              <a:rPr lang="en-US" sz="3200" i="1" dirty="0"/>
              <a:t>then</a:t>
            </a:r>
            <a:r>
              <a:rPr lang="en-US" sz="3200" dirty="0"/>
              <a:t> . . .  Statement</a:t>
            </a:r>
          </a:p>
          <a:p>
            <a:endParaRPr lang="en-US" sz="3200" dirty="0"/>
          </a:p>
          <a:p>
            <a:r>
              <a:rPr lang="en-US" sz="3200" dirty="0"/>
              <a:t>4) Conduct experiment</a:t>
            </a:r>
          </a:p>
          <a:p>
            <a:endParaRPr lang="en-US" sz="3200" dirty="0"/>
          </a:p>
        </p:txBody>
      </p:sp>
    </p:spTree>
    <p:extLst>
      <p:ext uri="{BB962C8B-B14F-4D97-AF65-F5344CB8AC3E}">
        <p14:creationId xmlns:p14="http://schemas.microsoft.com/office/powerpoint/2010/main" val="15530748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title"/>
          </p:nvPr>
        </p:nvSpPr>
        <p:spPr>
          <a:xfrm>
            <a:off x="1524000" y="0"/>
            <a:ext cx="3179428" cy="2057400"/>
          </a:xfrm>
        </p:spPr>
        <p:txBody>
          <a:bodyPr>
            <a:normAutofit/>
          </a:bodyPr>
          <a:lstStyle/>
          <a:p>
            <a:r>
              <a:rPr lang="en-US" sz="4000" dirty="0"/>
              <a:t>Science is a Process</a:t>
            </a:r>
          </a:p>
        </p:txBody>
      </p:sp>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TextBox 3"/>
          <p:cNvSpPr txBox="1"/>
          <p:nvPr/>
        </p:nvSpPr>
        <p:spPr>
          <a:xfrm>
            <a:off x="5533221" y="739430"/>
            <a:ext cx="5105400" cy="3046988"/>
          </a:xfrm>
          <a:prstGeom prst="rect">
            <a:avLst/>
          </a:prstGeom>
          <a:noFill/>
        </p:spPr>
        <p:txBody>
          <a:bodyPr wrap="square" rtlCol="0">
            <a:spAutoFit/>
          </a:bodyPr>
          <a:lstStyle/>
          <a:p>
            <a:r>
              <a:rPr lang="en-US" sz="3200" dirty="0"/>
              <a:t>5) Present and analyze results</a:t>
            </a:r>
          </a:p>
          <a:p>
            <a:pPr marL="914400" lvl="1" indent="-457200">
              <a:buFont typeface="Arial" panose="020B0604020202020204" pitchFamily="34" charset="0"/>
              <a:buChar char="•"/>
            </a:pPr>
            <a:r>
              <a:rPr lang="en-US" sz="3200" dirty="0"/>
              <a:t>Statistics</a:t>
            </a:r>
          </a:p>
          <a:p>
            <a:pPr marL="914400" lvl="1" indent="-457200">
              <a:buFont typeface="Arial" panose="020B0604020202020204" pitchFamily="34" charset="0"/>
              <a:buChar char="•"/>
            </a:pPr>
            <a:r>
              <a:rPr lang="en-US" sz="3200" dirty="0"/>
              <a:t>Tables</a:t>
            </a:r>
          </a:p>
          <a:p>
            <a:pPr marL="914400" lvl="1" indent="-457200">
              <a:buFont typeface="Arial" panose="020B0604020202020204" pitchFamily="34" charset="0"/>
              <a:buChar char="•"/>
            </a:pPr>
            <a:r>
              <a:rPr lang="en-US" sz="3200" dirty="0"/>
              <a:t>Figures</a:t>
            </a:r>
          </a:p>
          <a:p>
            <a:pPr marL="914400" lvl="1" indent="-457200">
              <a:buFont typeface="Arial" panose="020B0604020202020204" pitchFamily="34" charset="0"/>
              <a:buChar char="•"/>
            </a:pPr>
            <a:endParaRPr lang="en-US" sz="3200" dirty="0"/>
          </a:p>
          <a:p>
            <a:r>
              <a:rPr lang="en-US" sz="3200" dirty="0"/>
              <a:t>6) Discuss and disseminate </a:t>
            </a:r>
          </a:p>
        </p:txBody>
      </p:sp>
      <p:pic>
        <p:nvPicPr>
          <p:cNvPr id="3" name="Picture 2"/>
          <p:cNvPicPr>
            <a:picLocks noChangeAspect="1"/>
          </p:cNvPicPr>
          <p:nvPr/>
        </p:nvPicPr>
        <p:blipFill>
          <a:blip r:embed="rId12"/>
          <a:stretch>
            <a:fillRect/>
          </a:stretch>
        </p:blipFill>
        <p:spPr>
          <a:xfrm>
            <a:off x="1665180" y="3740252"/>
            <a:ext cx="3716915" cy="1593748"/>
          </a:xfrm>
          <a:prstGeom prst="rect">
            <a:avLst/>
          </a:prstGeom>
          <a:solidFill>
            <a:schemeClr val="bg1"/>
          </a:solidFill>
        </p:spPr>
      </p:pic>
      <p:sp>
        <p:nvSpPr>
          <p:cNvPr id="5" name="TextBox 4"/>
          <p:cNvSpPr txBox="1"/>
          <p:nvPr/>
        </p:nvSpPr>
        <p:spPr>
          <a:xfrm>
            <a:off x="1594615" y="2262924"/>
            <a:ext cx="3967985" cy="1477328"/>
          </a:xfrm>
          <a:prstGeom prst="rect">
            <a:avLst/>
          </a:prstGeom>
          <a:noFill/>
        </p:spPr>
        <p:txBody>
          <a:bodyPr wrap="square" rtlCol="0">
            <a:spAutoFit/>
          </a:bodyPr>
          <a:lstStyle/>
          <a:p>
            <a:r>
              <a:rPr lang="en-US" b="1" dirty="0"/>
              <a:t>Table 1.</a:t>
            </a:r>
            <a:r>
              <a:rPr lang="en-US" dirty="0"/>
              <a:t> Species richness in two habitats at Glacier Creek Preserve, Omaha, NE. Indices for each habitat were based on one transect 20 x 0.30 m in dimension during the spring season.</a:t>
            </a:r>
          </a:p>
        </p:txBody>
      </p:sp>
    </p:spTree>
    <p:extLst>
      <p:ext uri="{BB962C8B-B14F-4D97-AF65-F5344CB8AC3E}">
        <p14:creationId xmlns:p14="http://schemas.microsoft.com/office/powerpoint/2010/main" val="3033889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6397" y="914400"/>
            <a:ext cx="7499206" cy="4526204"/>
          </a:xfrm>
          <a:prstGeom prst="rect">
            <a:avLst/>
          </a:prstGeom>
        </p:spPr>
      </p:pic>
      <p:sp>
        <p:nvSpPr>
          <p:cNvPr id="5" name="Title 4"/>
          <p:cNvSpPr>
            <a:spLocks noGrp="1"/>
          </p:cNvSpPr>
          <p:nvPr>
            <p:ph type="title"/>
          </p:nvPr>
        </p:nvSpPr>
        <p:spPr>
          <a:xfrm>
            <a:off x="1981200" y="0"/>
            <a:ext cx="8229600" cy="1143000"/>
          </a:xfrm>
        </p:spPr>
        <p:txBody>
          <a:bodyPr/>
          <a:lstStyle/>
          <a:p>
            <a:r>
              <a:rPr lang="en-US" dirty="0"/>
              <a:t>Example of Bar Graph</a:t>
            </a:r>
          </a:p>
        </p:txBody>
      </p:sp>
      <p:sp>
        <p:nvSpPr>
          <p:cNvPr id="2" name="TextBox 1"/>
          <p:cNvSpPr txBox="1"/>
          <p:nvPr/>
        </p:nvSpPr>
        <p:spPr>
          <a:xfrm>
            <a:off x="1752600" y="5562600"/>
            <a:ext cx="8763000" cy="1107996"/>
          </a:xfrm>
          <a:prstGeom prst="rect">
            <a:avLst/>
          </a:prstGeom>
          <a:noFill/>
          <a:ln w="3175">
            <a:solidFill>
              <a:schemeClr val="tx1"/>
            </a:solidFill>
          </a:ln>
        </p:spPr>
        <p:txBody>
          <a:bodyPr wrap="square" rtlCol="0">
            <a:spAutoFit/>
          </a:bodyPr>
          <a:lstStyle/>
          <a:p>
            <a:pPr>
              <a:spcAft>
                <a:spcPts val="600"/>
              </a:spcAft>
            </a:pPr>
            <a:r>
              <a:rPr lang="en-US" sz="2200" dirty="0">
                <a:solidFill>
                  <a:srgbClr val="C00000"/>
                </a:solidFill>
              </a:rPr>
              <a:t>Caption goes here! Start with a title. THEN. .  What are the dependent and independent variables in this figure? What do the bars (or points) represent (usually means of something)? What do the error bars represent?</a:t>
            </a:r>
          </a:p>
        </p:txBody>
      </p:sp>
    </p:spTree>
    <p:extLst>
      <p:ext uri="{BB962C8B-B14F-4D97-AF65-F5344CB8AC3E}">
        <p14:creationId xmlns:p14="http://schemas.microsoft.com/office/powerpoint/2010/main" val="3719089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81200" y="0"/>
            <a:ext cx="8229600" cy="914400"/>
          </a:xfrm>
        </p:spPr>
        <p:txBody>
          <a:bodyPr/>
          <a:lstStyle/>
          <a:p>
            <a:r>
              <a:rPr lang="en-US" dirty="0"/>
              <a:t>Example of Regression</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5601" y="762001"/>
            <a:ext cx="6552921" cy="4843463"/>
          </a:xfrm>
          <a:prstGeom prst="rect">
            <a:avLst/>
          </a:prstGeom>
        </p:spPr>
      </p:pic>
      <p:sp>
        <p:nvSpPr>
          <p:cNvPr id="6" name="TextBox 5">
            <a:extLst>
              <a:ext uri="{FF2B5EF4-FFF2-40B4-BE49-F238E27FC236}">
                <a16:creationId xmlns:a16="http://schemas.microsoft.com/office/drawing/2014/main" id="{067034E4-4F2A-49A0-9313-6D7B4644654B}"/>
              </a:ext>
            </a:extLst>
          </p:cNvPr>
          <p:cNvSpPr txBox="1"/>
          <p:nvPr/>
        </p:nvSpPr>
        <p:spPr>
          <a:xfrm>
            <a:off x="1752600" y="5562600"/>
            <a:ext cx="8763000" cy="1107996"/>
          </a:xfrm>
          <a:prstGeom prst="rect">
            <a:avLst/>
          </a:prstGeom>
          <a:noFill/>
          <a:ln w="3175">
            <a:solidFill>
              <a:schemeClr val="tx1"/>
            </a:solidFill>
          </a:ln>
        </p:spPr>
        <p:txBody>
          <a:bodyPr wrap="square" rtlCol="0">
            <a:spAutoFit/>
          </a:bodyPr>
          <a:lstStyle/>
          <a:p>
            <a:pPr>
              <a:spcAft>
                <a:spcPts val="600"/>
              </a:spcAft>
            </a:pPr>
            <a:r>
              <a:rPr lang="en-US" sz="2200" dirty="0">
                <a:solidFill>
                  <a:srgbClr val="C00000"/>
                </a:solidFill>
              </a:rPr>
              <a:t>Caption goes here! Start with a title. THEN. .  What are the dependent and independent variables in this figure? What do the bars (or points) represent (usually means of something)? What do the error bars represent?</a:t>
            </a:r>
          </a:p>
        </p:txBody>
      </p:sp>
    </p:spTree>
    <p:extLst>
      <p:ext uri="{BB962C8B-B14F-4D97-AF65-F5344CB8AC3E}">
        <p14:creationId xmlns:p14="http://schemas.microsoft.com/office/powerpoint/2010/main" val="3475716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title"/>
          </p:nvPr>
        </p:nvSpPr>
        <p:spPr>
          <a:xfrm>
            <a:off x="1524000" y="0"/>
            <a:ext cx="3179428" cy="2057400"/>
          </a:xfrm>
        </p:spPr>
        <p:txBody>
          <a:bodyPr>
            <a:normAutofit/>
          </a:bodyPr>
          <a:lstStyle/>
          <a:p>
            <a:r>
              <a:rPr lang="en-US" sz="4000" dirty="0"/>
              <a:t>Science is a Process</a:t>
            </a:r>
          </a:p>
        </p:txBody>
      </p:sp>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TextBox 3"/>
          <p:cNvSpPr txBox="1"/>
          <p:nvPr/>
        </p:nvSpPr>
        <p:spPr>
          <a:xfrm>
            <a:off x="1981200" y="2032592"/>
            <a:ext cx="7893954" cy="3431709"/>
          </a:xfrm>
          <a:prstGeom prst="rect">
            <a:avLst/>
          </a:prstGeom>
          <a:noFill/>
        </p:spPr>
        <p:txBody>
          <a:bodyPr wrap="square" rtlCol="0">
            <a:spAutoFit/>
          </a:bodyPr>
          <a:lstStyle/>
          <a:p>
            <a:pPr>
              <a:spcAft>
                <a:spcPts val="600"/>
              </a:spcAft>
            </a:pPr>
            <a:r>
              <a:rPr lang="en-US" sz="3200" dirty="0"/>
              <a:t>1) Determine the variables</a:t>
            </a:r>
          </a:p>
          <a:p>
            <a:pPr>
              <a:spcAft>
                <a:spcPts val="600"/>
              </a:spcAft>
            </a:pPr>
            <a:r>
              <a:rPr lang="en-US" sz="3200" dirty="0"/>
              <a:t>2) Design the experiment</a:t>
            </a:r>
          </a:p>
          <a:p>
            <a:pPr>
              <a:spcAft>
                <a:spcPts val="600"/>
              </a:spcAft>
            </a:pPr>
            <a:r>
              <a:rPr lang="en-US" sz="3200" dirty="0"/>
              <a:t>3) Make predictions</a:t>
            </a:r>
          </a:p>
          <a:p>
            <a:pPr>
              <a:spcAft>
                <a:spcPts val="600"/>
              </a:spcAft>
            </a:pPr>
            <a:r>
              <a:rPr lang="en-US" sz="3200" dirty="0"/>
              <a:t>4) Conduct the experiment</a:t>
            </a:r>
          </a:p>
          <a:p>
            <a:pPr>
              <a:spcAft>
                <a:spcPts val="600"/>
              </a:spcAft>
            </a:pPr>
            <a:r>
              <a:rPr lang="en-US" sz="3200" dirty="0"/>
              <a:t>5) Present and analyze the results</a:t>
            </a:r>
          </a:p>
          <a:p>
            <a:pPr>
              <a:spcAft>
                <a:spcPts val="600"/>
              </a:spcAft>
            </a:pPr>
            <a:r>
              <a:rPr lang="en-US" sz="3200" dirty="0"/>
              <a:t>6) Discuss and disseminate</a:t>
            </a:r>
          </a:p>
        </p:txBody>
      </p:sp>
      <p:sp>
        <p:nvSpPr>
          <p:cNvPr id="2" name="TextBox 1"/>
          <p:cNvSpPr txBox="1"/>
          <p:nvPr/>
        </p:nvSpPr>
        <p:spPr>
          <a:xfrm>
            <a:off x="4873884" y="350649"/>
            <a:ext cx="5562473" cy="1569660"/>
          </a:xfrm>
          <a:prstGeom prst="rect">
            <a:avLst/>
          </a:prstGeom>
          <a:noFill/>
        </p:spPr>
        <p:txBody>
          <a:bodyPr wrap="square" rtlCol="0">
            <a:spAutoFit/>
          </a:bodyPr>
          <a:lstStyle/>
          <a:p>
            <a:r>
              <a:rPr lang="en-US" sz="3200" dirty="0">
                <a:solidFill>
                  <a:srgbClr val="0000DA"/>
                </a:solidFill>
              </a:rPr>
              <a:t>Understanding experimental design helps you understand the scientific process</a:t>
            </a:r>
          </a:p>
        </p:txBody>
      </p:sp>
    </p:spTree>
    <p:extLst>
      <p:ext uri="{BB962C8B-B14F-4D97-AF65-F5344CB8AC3E}">
        <p14:creationId xmlns:p14="http://schemas.microsoft.com/office/powerpoint/2010/main" val="1573126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title"/>
          </p:nvPr>
        </p:nvSpPr>
        <p:spPr>
          <a:xfrm>
            <a:off x="1524000" y="0"/>
            <a:ext cx="3179428" cy="2057400"/>
          </a:xfrm>
        </p:spPr>
        <p:txBody>
          <a:bodyPr>
            <a:normAutofit/>
          </a:bodyPr>
          <a:lstStyle/>
          <a:p>
            <a:r>
              <a:rPr lang="en-US" sz="4000" dirty="0"/>
              <a:t>Science is a Process</a:t>
            </a:r>
          </a:p>
        </p:txBody>
      </p:sp>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TextBox 3"/>
          <p:cNvSpPr txBox="1"/>
          <p:nvPr/>
        </p:nvSpPr>
        <p:spPr>
          <a:xfrm>
            <a:off x="1887444" y="2019807"/>
            <a:ext cx="4892732" cy="3539430"/>
          </a:xfrm>
          <a:prstGeom prst="rect">
            <a:avLst/>
          </a:prstGeom>
          <a:noFill/>
        </p:spPr>
        <p:txBody>
          <a:bodyPr wrap="square" rtlCol="0">
            <a:spAutoFit/>
          </a:bodyPr>
          <a:lstStyle/>
          <a:p>
            <a:r>
              <a:rPr lang="en-US" sz="3200" dirty="0"/>
              <a:t>One lab report (manuscript) and one presentation will be required during the semester. </a:t>
            </a:r>
          </a:p>
          <a:p>
            <a:endParaRPr lang="en-US" sz="3200" dirty="0"/>
          </a:p>
          <a:p>
            <a:r>
              <a:rPr lang="en-US" sz="3200" b="1" dirty="0">
                <a:solidFill>
                  <a:srgbClr val="C00000"/>
                </a:solidFill>
              </a:rPr>
              <a:t>Reference Lab 1 </a:t>
            </a:r>
            <a:r>
              <a:rPr lang="en-US" sz="3200" dirty="0"/>
              <a:t>when writing your reports!</a:t>
            </a:r>
          </a:p>
        </p:txBody>
      </p:sp>
      <p:sp>
        <p:nvSpPr>
          <p:cNvPr id="14" name="TextBox 13"/>
          <p:cNvSpPr txBox="1"/>
          <p:nvPr/>
        </p:nvSpPr>
        <p:spPr>
          <a:xfrm>
            <a:off x="7186112" y="1295400"/>
            <a:ext cx="3307717" cy="3539430"/>
          </a:xfrm>
          <a:prstGeom prst="rect">
            <a:avLst/>
          </a:prstGeom>
          <a:noFill/>
        </p:spPr>
        <p:txBody>
          <a:bodyPr wrap="square" rtlCol="0">
            <a:spAutoFit/>
          </a:bodyPr>
          <a:lstStyle/>
          <a:p>
            <a:pPr marL="457200" indent="-457200">
              <a:buFont typeface="Arial" panose="020B0604020202020204" pitchFamily="34" charset="0"/>
              <a:buChar char="•"/>
            </a:pPr>
            <a:r>
              <a:rPr lang="en-US" sz="3200" dirty="0"/>
              <a:t>Title page/slide</a:t>
            </a:r>
          </a:p>
          <a:p>
            <a:pPr marL="457200" indent="-457200">
              <a:buFont typeface="Arial" panose="020B0604020202020204" pitchFamily="34" charset="0"/>
              <a:buChar char="•"/>
            </a:pPr>
            <a:r>
              <a:rPr lang="en-US" sz="3200" dirty="0"/>
              <a:t>(Abstract)</a:t>
            </a:r>
          </a:p>
          <a:p>
            <a:pPr marL="457200" indent="-457200">
              <a:buFont typeface="Arial" panose="020B0604020202020204" pitchFamily="34" charset="0"/>
              <a:buChar char="•"/>
            </a:pPr>
            <a:r>
              <a:rPr lang="en-US" sz="3200" dirty="0"/>
              <a:t>Introduction</a:t>
            </a:r>
          </a:p>
          <a:p>
            <a:pPr marL="457200" indent="-457200">
              <a:buFont typeface="Arial" panose="020B0604020202020204" pitchFamily="34" charset="0"/>
              <a:buChar char="•"/>
            </a:pPr>
            <a:r>
              <a:rPr lang="en-US" sz="3200" dirty="0"/>
              <a:t>Methods </a:t>
            </a:r>
          </a:p>
          <a:p>
            <a:pPr marL="457200" indent="-457200">
              <a:buFont typeface="Arial" panose="020B0604020202020204" pitchFamily="34" charset="0"/>
              <a:buChar char="•"/>
            </a:pPr>
            <a:r>
              <a:rPr lang="en-US" sz="3200" dirty="0"/>
              <a:t>Results</a:t>
            </a:r>
          </a:p>
          <a:p>
            <a:pPr marL="457200" indent="-457200">
              <a:buFont typeface="Arial" panose="020B0604020202020204" pitchFamily="34" charset="0"/>
              <a:buChar char="•"/>
            </a:pPr>
            <a:r>
              <a:rPr lang="en-US" sz="3200" dirty="0"/>
              <a:t>Discussion</a:t>
            </a:r>
          </a:p>
          <a:p>
            <a:pPr marL="457200" indent="-457200">
              <a:buFont typeface="Arial" panose="020B0604020202020204" pitchFamily="34" charset="0"/>
              <a:buChar char="•"/>
            </a:pPr>
            <a:r>
              <a:rPr lang="en-US" sz="3200" dirty="0"/>
              <a:t>References</a:t>
            </a:r>
          </a:p>
        </p:txBody>
      </p:sp>
    </p:spTree>
    <p:extLst>
      <p:ext uri="{BB962C8B-B14F-4D97-AF65-F5344CB8AC3E}">
        <p14:creationId xmlns:p14="http://schemas.microsoft.com/office/powerpoint/2010/main" val="30445569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31" name="Content Placeholder 2"/>
          <p:cNvSpPr>
            <a:spLocks noGrp="1"/>
          </p:cNvSpPr>
          <p:nvPr>
            <p:ph idx="1"/>
          </p:nvPr>
        </p:nvSpPr>
        <p:spPr>
          <a:xfrm>
            <a:off x="1524001" y="990600"/>
            <a:ext cx="9296400" cy="5029200"/>
          </a:xfrm>
        </p:spPr>
        <p:txBody>
          <a:bodyPr>
            <a:normAutofit/>
          </a:bodyPr>
          <a:lstStyle/>
          <a:p>
            <a:pPr marL="0" indent="0">
              <a:buNone/>
            </a:pPr>
            <a:r>
              <a:rPr lang="en-US" sz="2800" b="1" dirty="0"/>
              <a:t>The Scientific Method and Experimental Design</a:t>
            </a:r>
            <a:endParaRPr lang="en-US" sz="2800" dirty="0"/>
          </a:p>
          <a:p>
            <a:pPr lvl="1"/>
            <a:r>
              <a:rPr lang="en-US" sz="2400" dirty="0"/>
              <a:t>Exercise 1: Scientific Method</a:t>
            </a:r>
          </a:p>
          <a:p>
            <a:pPr lvl="2"/>
            <a:r>
              <a:rPr lang="en-US" b="1" dirty="0"/>
              <a:t>Find, read and assess a scientific paper about termites</a:t>
            </a:r>
          </a:p>
          <a:p>
            <a:pPr lvl="3"/>
            <a:r>
              <a:rPr lang="en-US" sz="2400" i="1" dirty="0"/>
              <a:t>Focus on hypotheses and types of variables</a:t>
            </a:r>
            <a:endParaRPr lang="en-US" sz="2400" dirty="0"/>
          </a:p>
          <a:p>
            <a:pPr lvl="1"/>
            <a:endParaRPr lang="en-US" sz="2400" dirty="0"/>
          </a:p>
          <a:p>
            <a:pPr lvl="1"/>
            <a:r>
              <a:rPr lang="en-US" sz="2400" dirty="0"/>
              <a:t>Exercise 2: Experimental Design </a:t>
            </a:r>
          </a:p>
          <a:p>
            <a:pPr lvl="2"/>
            <a:r>
              <a:rPr lang="en-US" b="1" dirty="0"/>
              <a:t>Design and conduct an experiment about termite behavior</a:t>
            </a:r>
            <a:endParaRPr lang="en-US" dirty="0"/>
          </a:p>
          <a:p>
            <a:pPr lvl="3"/>
            <a:r>
              <a:rPr lang="en-US" sz="2400" i="1" dirty="0"/>
              <a:t>Focus on testing your hypothesis and replication</a:t>
            </a:r>
          </a:p>
          <a:p>
            <a:pPr marL="0" indent="0">
              <a:buNone/>
            </a:pPr>
            <a:endParaRPr lang="en-US" sz="2400" i="1" dirty="0">
              <a:solidFill>
                <a:srgbClr val="FF0000"/>
              </a:solidFill>
            </a:endParaRPr>
          </a:p>
          <a:p>
            <a:pPr marL="0" indent="0">
              <a:buNone/>
            </a:pPr>
            <a:r>
              <a:rPr lang="en-US" sz="2400" i="1" dirty="0">
                <a:solidFill>
                  <a:srgbClr val="C00000"/>
                </a:solidFill>
              </a:rPr>
              <a:t>Turn in Assignment Sheets at end of Lab period (20 points)</a:t>
            </a:r>
            <a:endParaRPr lang="en-US" sz="2400" dirty="0">
              <a:solidFill>
                <a:srgbClr val="C00000"/>
              </a:solidFill>
            </a:endParaRPr>
          </a:p>
        </p:txBody>
      </p:sp>
      <p:sp>
        <p:nvSpPr>
          <p:cNvPr id="32" name="Title 1"/>
          <p:cNvSpPr>
            <a:spLocks noGrp="1"/>
          </p:cNvSpPr>
          <p:nvPr>
            <p:ph type="title"/>
          </p:nvPr>
        </p:nvSpPr>
        <p:spPr>
          <a:xfrm>
            <a:off x="1981200" y="0"/>
            <a:ext cx="8229600" cy="914400"/>
          </a:xfrm>
        </p:spPr>
        <p:txBody>
          <a:bodyPr>
            <a:normAutofit/>
          </a:bodyPr>
          <a:lstStyle/>
          <a:p>
            <a:r>
              <a:rPr lang="en-US" sz="4000"/>
              <a:t>In Today’s Lab…</a:t>
            </a:r>
            <a:endParaRPr lang="en-US" sz="3200" dirty="0"/>
          </a:p>
        </p:txBody>
      </p:sp>
    </p:spTree>
    <p:extLst>
      <p:ext uri="{BB962C8B-B14F-4D97-AF65-F5344CB8AC3E}">
        <p14:creationId xmlns:p14="http://schemas.microsoft.com/office/powerpoint/2010/main" val="160856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4"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7" cstate="print">
              <a:extLst>
                <a:ext uri="{BEBA8EAE-BF5A-486C-A8C5-ECC9F3942E4B}">
                  <a14:imgProps xmlns:a14="http://schemas.microsoft.com/office/drawing/2010/main">
                    <a14:imgLayer r:embed="rId8">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31" name="Content Placeholder 2"/>
          <p:cNvSpPr>
            <a:spLocks noGrp="1"/>
          </p:cNvSpPr>
          <p:nvPr>
            <p:ph idx="1"/>
          </p:nvPr>
        </p:nvSpPr>
        <p:spPr>
          <a:xfrm>
            <a:off x="1524000" y="990600"/>
            <a:ext cx="9448800" cy="5029200"/>
          </a:xfrm>
        </p:spPr>
        <p:txBody>
          <a:bodyPr>
            <a:normAutofit/>
          </a:bodyPr>
          <a:lstStyle/>
          <a:p>
            <a:pPr marL="0" indent="0">
              <a:buNone/>
            </a:pPr>
            <a:r>
              <a:rPr lang="en-US" sz="2800" b="1" dirty="0"/>
              <a:t>The Scientific Method and Experimental Design</a:t>
            </a:r>
            <a:endParaRPr lang="en-US" sz="2800" dirty="0"/>
          </a:p>
          <a:p>
            <a:pPr lvl="1"/>
            <a:r>
              <a:rPr lang="en-US" sz="2400" dirty="0"/>
              <a:t>Exercise 1: Scientific Method</a:t>
            </a:r>
          </a:p>
          <a:p>
            <a:pPr lvl="2"/>
            <a:r>
              <a:rPr lang="en-US" b="1" dirty="0"/>
              <a:t>Find, read and assess a scientific paper about termites</a:t>
            </a:r>
          </a:p>
          <a:p>
            <a:pPr lvl="3"/>
            <a:r>
              <a:rPr lang="en-US" sz="2400" dirty="0"/>
              <a:t>Skim whole paper</a:t>
            </a:r>
          </a:p>
          <a:p>
            <a:pPr lvl="3"/>
            <a:r>
              <a:rPr lang="en-US" sz="2400" dirty="0">
                <a:solidFill>
                  <a:srgbClr val="0000DA"/>
                </a:solidFill>
              </a:rPr>
              <a:t>Focus on the two tables</a:t>
            </a:r>
          </a:p>
          <a:p>
            <a:pPr lvl="3"/>
            <a:r>
              <a:rPr lang="en-US" sz="2400" dirty="0"/>
              <a:t>There are two different main experiments</a:t>
            </a:r>
          </a:p>
          <a:p>
            <a:pPr lvl="3"/>
            <a:r>
              <a:rPr lang="en-US" sz="2400" dirty="0">
                <a:solidFill>
                  <a:srgbClr val="C00000"/>
                </a:solidFill>
              </a:rPr>
              <a:t>Choose ONE experiment (independent variable) to focus your answers</a:t>
            </a:r>
          </a:p>
          <a:p>
            <a:pPr lvl="3"/>
            <a:r>
              <a:rPr lang="en-US" sz="2400" dirty="0"/>
              <a:t>Answer the questions on Assignment Sheet</a:t>
            </a:r>
          </a:p>
          <a:p>
            <a:pPr lvl="3"/>
            <a:r>
              <a:rPr lang="en-US" sz="2400" dirty="0">
                <a:solidFill>
                  <a:srgbClr val="C00000"/>
                </a:solidFill>
              </a:rPr>
              <a:t>Spend ONLY 45 minutes </a:t>
            </a:r>
            <a:r>
              <a:rPr lang="en-US" sz="2400" dirty="0"/>
              <a:t>on this exercise! </a:t>
            </a:r>
          </a:p>
          <a:p>
            <a:pPr lvl="4"/>
            <a:r>
              <a:rPr lang="en-US" sz="2400" dirty="0"/>
              <a:t>Be done at 10:15 am or 2:15 pm</a:t>
            </a:r>
          </a:p>
          <a:p>
            <a:pPr lvl="3"/>
            <a:endParaRPr lang="en-US" sz="2400" dirty="0"/>
          </a:p>
          <a:p>
            <a:pPr lvl="1"/>
            <a:endParaRPr lang="en-US" sz="2400" dirty="0"/>
          </a:p>
          <a:p>
            <a:pPr marL="0" indent="0">
              <a:buNone/>
            </a:pPr>
            <a:endParaRPr lang="en-US" sz="2400" i="1" dirty="0">
              <a:solidFill>
                <a:srgbClr val="FF0000"/>
              </a:solidFill>
            </a:endParaRPr>
          </a:p>
        </p:txBody>
      </p:sp>
      <p:sp>
        <p:nvSpPr>
          <p:cNvPr id="32" name="Title 1"/>
          <p:cNvSpPr>
            <a:spLocks noGrp="1"/>
          </p:cNvSpPr>
          <p:nvPr>
            <p:ph type="title"/>
          </p:nvPr>
        </p:nvSpPr>
        <p:spPr>
          <a:xfrm>
            <a:off x="1981200" y="0"/>
            <a:ext cx="8229600" cy="914400"/>
          </a:xfrm>
        </p:spPr>
        <p:txBody>
          <a:bodyPr>
            <a:normAutofit/>
          </a:bodyPr>
          <a:lstStyle/>
          <a:p>
            <a:r>
              <a:rPr lang="en-US" sz="4000" dirty="0"/>
              <a:t>In Today’s Lab…</a:t>
            </a:r>
            <a:endParaRPr lang="en-US" sz="3200" dirty="0"/>
          </a:p>
        </p:txBody>
      </p:sp>
    </p:spTree>
    <p:extLst>
      <p:ext uri="{BB962C8B-B14F-4D97-AF65-F5344CB8AC3E}">
        <p14:creationId xmlns:p14="http://schemas.microsoft.com/office/powerpoint/2010/main" val="1337510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31" name="Content Placeholder 2"/>
          <p:cNvSpPr>
            <a:spLocks noGrp="1"/>
          </p:cNvSpPr>
          <p:nvPr>
            <p:ph idx="1"/>
          </p:nvPr>
        </p:nvSpPr>
        <p:spPr>
          <a:xfrm>
            <a:off x="1524000" y="990600"/>
            <a:ext cx="9829800" cy="5029200"/>
          </a:xfrm>
        </p:spPr>
        <p:txBody>
          <a:bodyPr>
            <a:normAutofit/>
          </a:bodyPr>
          <a:lstStyle/>
          <a:p>
            <a:pPr marL="0" indent="0">
              <a:buNone/>
            </a:pPr>
            <a:r>
              <a:rPr lang="en-US" sz="2800" b="1" dirty="0"/>
              <a:t>The Scientific Method and Experimental Design</a:t>
            </a:r>
            <a:endParaRPr lang="en-US" sz="2800" dirty="0"/>
          </a:p>
          <a:p>
            <a:pPr lvl="1"/>
            <a:r>
              <a:rPr lang="en-US" sz="2400" dirty="0"/>
              <a:t>Exercise 2: Experimental Design </a:t>
            </a:r>
          </a:p>
          <a:p>
            <a:pPr lvl="2"/>
            <a:r>
              <a:rPr lang="en-US" b="1" dirty="0"/>
              <a:t>Design and conduct an experiment about termite behavior</a:t>
            </a:r>
          </a:p>
          <a:p>
            <a:pPr lvl="3"/>
            <a:r>
              <a:rPr lang="en-US" sz="2400" dirty="0"/>
              <a:t>Read manual</a:t>
            </a:r>
          </a:p>
          <a:p>
            <a:pPr lvl="3"/>
            <a:r>
              <a:rPr lang="en-US" sz="2400" dirty="0"/>
              <a:t>Focus on testing </a:t>
            </a:r>
            <a:r>
              <a:rPr lang="en-US" sz="2400" dirty="0">
                <a:solidFill>
                  <a:srgbClr val="C00000"/>
                </a:solidFill>
              </a:rPr>
              <a:t>ONE of your hypotheses</a:t>
            </a:r>
          </a:p>
          <a:p>
            <a:pPr lvl="3"/>
            <a:r>
              <a:rPr lang="en-US" sz="2400" dirty="0"/>
              <a:t>Construct two statements: the </a:t>
            </a:r>
            <a:r>
              <a:rPr lang="en-US" sz="2400" b="1" dirty="0"/>
              <a:t>null hypothesis </a:t>
            </a:r>
            <a:r>
              <a:rPr lang="en-US" sz="2400" dirty="0"/>
              <a:t>and the </a:t>
            </a:r>
            <a:r>
              <a:rPr lang="en-US" sz="2400" b="1" dirty="0"/>
              <a:t>alternative hypothesis</a:t>
            </a:r>
          </a:p>
          <a:p>
            <a:pPr lvl="3"/>
            <a:r>
              <a:rPr lang="en-US" sz="2400" dirty="0"/>
              <a:t>Design your experiment (</a:t>
            </a:r>
            <a:r>
              <a:rPr lang="en-US" sz="2400" dirty="0">
                <a:solidFill>
                  <a:srgbClr val="C00000"/>
                </a:solidFill>
              </a:rPr>
              <a:t>Have TA/instructor check</a:t>
            </a:r>
            <a:r>
              <a:rPr lang="en-US" sz="2400" dirty="0"/>
              <a:t>)</a:t>
            </a:r>
          </a:p>
          <a:p>
            <a:pPr lvl="4"/>
            <a:r>
              <a:rPr lang="en-US" sz="2400" dirty="0"/>
              <a:t>Dependent and independent variables</a:t>
            </a:r>
          </a:p>
          <a:p>
            <a:pPr lvl="4"/>
            <a:r>
              <a:rPr lang="en-US" sz="2400" dirty="0"/>
              <a:t>Replication at two levels</a:t>
            </a:r>
          </a:p>
          <a:p>
            <a:pPr lvl="3"/>
            <a:r>
              <a:rPr lang="en-US" sz="2400" dirty="0"/>
              <a:t>Answer questions on Assignment Sheet</a:t>
            </a:r>
          </a:p>
          <a:p>
            <a:pPr lvl="3"/>
            <a:endParaRPr lang="en-US" sz="2400" u="sng" dirty="0"/>
          </a:p>
          <a:p>
            <a:pPr lvl="3"/>
            <a:endParaRPr lang="en-US" sz="2400" i="1" dirty="0"/>
          </a:p>
          <a:p>
            <a:pPr marL="0" indent="0">
              <a:buNone/>
            </a:pPr>
            <a:endParaRPr lang="en-US" sz="2400" i="1" dirty="0">
              <a:solidFill>
                <a:srgbClr val="FF0000"/>
              </a:solidFill>
            </a:endParaRPr>
          </a:p>
          <a:p>
            <a:pPr marL="0" indent="0">
              <a:buNone/>
            </a:pPr>
            <a:endParaRPr lang="en-US" sz="2400" dirty="0">
              <a:solidFill>
                <a:srgbClr val="FF0000"/>
              </a:solidFill>
            </a:endParaRPr>
          </a:p>
        </p:txBody>
      </p:sp>
      <p:sp>
        <p:nvSpPr>
          <p:cNvPr id="32" name="Title 1"/>
          <p:cNvSpPr>
            <a:spLocks noGrp="1"/>
          </p:cNvSpPr>
          <p:nvPr>
            <p:ph type="title"/>
          </p:nvPr>
        </p:nvSpPr>
        <p:spPr>
          <a:xfrm>
            <a:off x="1981200" y="0"/>
            <a:ext cx="8229600" cy="914400"/>
          </a:xfrm>
        </p:spPr>
        <p:txBody>
          <a:bodyPr>
            <a:normAutofit/>
          </a:bodyPr>
          <a:lstStyle/>
          <a:p>
            <a:r>
              <a:rPr lang="en-US" sz="4000"/>
              <a:t>In Today’s Lab…</a:t>
            </a:r>
            <a:endParaRPr lang="en-US" sz="3200" dirty="0"/>
          </a:p>
        </p:txBody>
      </p:sp>
    </p:spTree>
    <p:extLst>
      <p:ext uri="{BB962C8B-B14F-4D97-AF65-F5344CB8AC3E}">
        <p14:creationId xmlns:p14="http://schemas.microsoft.com/office/powerpoint/2010/main" val="2304950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1">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828800" y="228601"/>
            <a:ext cx="8458200" cy="2062103"/>
          </a:xfrm>
          <a:prstGeom prst="rect">
            <a:avLst/>
          </a:prstGeom>
          <a:noFill/>
        </p:spPr>
        <p:txBody>
          <a:bodyPr wrap="square" rtlCol="0">
            <a:spAutoFit/>
          </a:bodyPr>
          <a:lstStyle/>
          <a:p>
            <a:pPr algn="ctr"/>
            <a:r>
              <a:rPr lang="en-US" sz="4400" dirty="0"/>
              <a:t>Reminders</a:t>
            </a:r>
          </a:p>
          <a:p>
            <a:pPr algn="ctr"/>
            <a:r>
              <a:rPr lang="en-US" sz="2800" b="1" dirty="0">
                <a:solidFill>
                  <a:srgbClr val="C00000"/>
                </a:solidFill>
              </a:rPr>
              <a:t>NO QUIZ NEXT WEEK! </a:t>
            </a:r>
          </a:p>
          <a:p>
            <a:pPr algn="ctr"/>
            <a:r>
              <a:rPr lang="en-US" sz="2800" b="1" dirty="0">
                <a:solidFill>
                  <a:srgbClr val="FF0000"/>
                </a:solidFill>
              </a:rPr>
              <a:t> </a:t>
            </a:r>
            <a:r>
              <a:rPr lang="en-US" sz="2800" b="1" dirty="0"/>
              <a:t>The Introduction writing assignment takes the place of the pre-lab quiz. Due at the beginning of lab next week.</a:t>
            </a:r>
            <a:endParaRPr lang="en-US" sz="2800" dirty="0"/>
          </a:p>
        </p:txBody>
      </p:sp>
      <p:sp>
        <p:nvSpPr>
          <p:cNvPr id="2" name="TextBox 1"/>
          <p:cNvSpPr txBox="1"/>
          <p:nvPr/>
        </p:nvSpPr>
        <p:spPr>
          <a:xfrm>
            <a:off x="1630325" y="2458284"/>
            <a:ext cx="9067800" cy="4247317"/>
          </a:xfrm>
          <a:prstGeom prst="rect">
            <a:avLst/>
          </a:prstGeom>
          <a:noFill/>
        </p:spPr>
        <p:txBody>
          <a:bodyPr wrap="square" rtlCol="0">
            <a:spAutoFit/>
          </a:bodyPr>
          <a:lstStyle/>
          <a:p>
            <a:r>
              <a:rPr lang="en-US" b="1" dirty="0"/>
              <a:t>Write an Introduction for your Termite Experiment </a:t>
            </a:r>
            <a:r>
              <a:rPr lang="en-US" cap="small" dirty="0"/>
              <a:t>(</a:t>
            </a:r>
            <a:r>
              <a:rPr lang="en-US" dirty="0"/>
              <a:t>4 pts)</a:t>
            </a:r>
          </a:p>
          <a:p>
            <a:r>
              <a:rPr lang="en-US" dirty="0"/>
              <a:t> </a:t>
            </a:r>
          </a:p>
          <a:p>
            <a:r>
              <a:rPr lang="en-US" dirty="0"/>
              <a:t>On the back of this page, write your name, lab time/section, and a paragraph explaining the </a:t>
            </a:r>
            <a:r>
              <a:rPr lang="en-US" b="1" dirty="0"/>
              <a:t>purpose</a:t>
            </a:r>
            <a:r>
              <a:rPr lang="en-US" dirty="0"/>
              <a:t> of your termite experiment. Include the question you were asking as well as </a:t>
            </a:r>
            <a:r>
              <a:rPr lang="en-US" b="1" dirty="0"/>
              <a:t>background</a:t>
            </a:r>
            <a:r>
              <a:rPr lang="en-US" dirty="0"/>
              <a:t> information for the experiment (i.e., the study organism, relevant behavior already understood, etc.). I</a:t>
            </a:r>
            <a:r>
              <a:rPr lang="en-US" b="1" dirty="0"/>
              <a:t>ncorporate the article</a:t>
            </a:r>
            <a:r>
              <a:rPr lang="en-US" dirty="0"/>
              <a:t> you read (Cornelius et al. 2002) into this section. Paraphrase the information and cite your source with Author and Year.</a:t>
            </a:r>
          </a:p>
          <a:p>
            <a:r>
              <a:rPr lang="en-US" dirty="0"/>
              <a:t> </a:t>
            </a:r>
          </a:p>
          <a:p>
            <a:r>
              <a:rPr lang="en-US" dirty="0"/>
              <a:t>In the scientific method we restate the question as a testable </a:t>
            </a:r>
            <a:r>
              <a:rPr lang="en-US" b="1" dirty="0"/>
              <a:t>hypothesis</a:t>
            </a:r>
            <a:r>
              <a:rPr lang="en-US" dirty="0"/>
              <a:t>. The first hypothesis is a null hypothesis (H</a:t>
            </a:r>
            <a:r>
              <a:rPr lang="en-US" baseline="-25000" dirty="0"/>
              <a:t>0</a:t>
            </a:r>
            <a:r>
              <a:rPr lang="en-US" dirty="0"/>
              <a:t>) and it states that the treatment (independent variable) has no effect on the measured (dependent) variable. The alternative hypothesis (H</a:t>
            </a:r>
            <a:r>
              <a:rPr lang="en-US" baseline="-25000" dirty="0"/>
              <a:t>a</a:t>
            </a:r>
            <a:r>
              <a:rPr lang="en-US" dirty="0"/>
              <a:t>) indicates that the treatment does have an effect, increasing or decreasing the measured variable. Include the null and alternative hypotheses for your experiment in your introduction. Refer to Lab 1.1 and introductions of papers that you have read for guidance.</a:t>
            </a:r>
          </a:p>
          <a:p>
            <a:endParaRPr lang="en-US" dirty="0"/>
          </a:p>
        </p:txBody>
      </p:sp>
    </p:spTree>
    <p:extLst>
      <p:ext uri="{BB962C8B-B14F-4D97-AF65-F5344CB8AC3E}">
        <p14:creationId xmlns:p14="http://schemas.microsoft.com/office/powerpoint/2010/main" val="8741447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31" name="Content Placeholder 2"/>
          <p:cNvSpPr>
            <a:spLocks noGrp="1"/>
          </p:cNvSpPr>
          <p:nvPr>
            <p:ph idx="1"/>
          </p:nvPr>
        </p:nvSpPr>
        <p:spPr>
          <a:xfrm>
            <a:off x="1981200" y="914400"/>
            <a:ext cx="8382000" cy="5029200"/>
          </a:xfrm>
        </p:spPr>
        <p:txBody>
          <a:bodyPr>
            <a:normAutofit/>
          </a:bodyPr>
          <a:lstStyle/>
          <a:p>
            <a:r>
              <a:rPr lang="en-US" sz="2800" b="1" dirty="0"/>
              <a:t>Videos reviewing how experimental designs are tested with statistics </a:t>
            </a:r>
            <a:r>
              <a:rPr lang="en-US" sz="2000" dirty="0"/>
              <a:t>(links only work in slide show mode)</a:t>
            </a:r>
          </a:p>
          <a:p>
            <a:pPr marL="0" indent="0">
              <a:buNone/>
            </a:pPr>
            <a:endParaRPr lang="en-US" sz="2000" dirty="0"/>
          </a:p>
          <a:p>
            <a:pPr lvl="1">
              <a:spcAft>
                <a:spcPts val="1200"/>
              </a:spcAft>
            </a:pPr>
            <a:r>
              <a:rPr lang="en-US" sz="2400" dirty="0">
                <a:solidFill>
                  <a:srgbClr val="0000DA"/>
                </a:solidFill>
                <a:hlinkClick r:id="rId12">
                  <a:extLst>
                    <a:ext uri="{A12FA001-AC4F-418D-AE19-62706E023703}">
                      <ahyp:hlinkClr xmlns:ahyp="http://schemas.microsoft.com/office/drawing/2018/hyperlinkcolor" val="tx"/>
                    </a:ext>
                  </a:extLst>
                </a:hlinkClick>
              </a:rPr>
              <a:t>Hypothesis tests, p-value</a:t>
            </a:r>
            <a:r>
              <a:rPr lang="en-US" sz="2400" dirty="0">
                <a:solidFill>
                  <a:srgbClr val="0000DA"/>
                </a:solidFill>
              </a:rPr>
              <a:t> </a:t>
            </a:r>
            <a:r>
              <a:rPr lang="en-US" sz="2400" dirty="0"/>
              <a:t>(7:37)</a:t>
            </a:r>
          </a:p>
          <a:p>
            <a:pPr lvl="1">
              <a:spcAft>
                <a:spcPts val="1200"/>
              </a:spcAft>
            </a:pPr>
            <a:r>
              <a:rPr lang="en-US" sz="2400" dirty="0">
                <a:solidFill>
                  <a:srgbClr val="0000DA"/>
                </a:solidFill>
                <a:hlinkClick r:id="rId13">
                  <a:extLst>
                    <a:ext uri="{A12FA001-AC4F-418D-AE19-62706E023703}">
                      <ahyp:hlinkClr xmlns:ahyp="http://schemas.microsoft.com/office/drawing/2018/hyperlinkcolor" val="tx"/>
                    </a:ext>
                  </a:extLst>
                </a:hlinkClick>
              </a:rPr>
              <a:t>Understanding the p-value</a:t>
            </a:r>
            <a:r>
              <a:rPr lang="en-US" sz="2400" dirty="0">
                <a:solidFill>
                  <a:srgbClr val="0000DA"/>
                </a:solidFill>
              </a:rPr>
              <a:t> </a:t>
            </a:r>
            <a:r>
              <a:rPr lang="en-US" sz="2400" dirty="0"/>
              <a:t>(4:32)</a:t>
            </a:r>
          </a:p>
          <a:p>
            <a:pPr lvl="1">
              <a:spcAft>
                <a:spcPts val="1200"/>
              </a:spcAft>
            </a:pPr>
            <a:r>
              <a:rPr lang="en-US" sz="2400" dirty="0">
                <a:solidFill>
                  <a:srgbClr val="0000DA"/>
                </a:solidFill>
                <a:hlinkClick r:id="rId12">
                  <a:extLst>
                    <a:ext uri="{A12FA001-AC4F-418D-AE19-62706E023703}">
                      <ahyp:hlinkClr xmlns:ahyp="http://schemas.microsoft.com/office/drawing/2018/hyperlinkcolor" val="tx"/>
                    </a:ext>
                  </a:extLst>
                </a:hlinkClick>
              </a:rPr>
              <a:t>Two means t-test in Excel</a:t>
            </a:r>
            <a:r>
              <a:rPr lang="en-US" sz="2400" dirty="0">
                <a:solidFill>
                  <a:srgbClr val="0000DA"/>
                </a:solidFill>
              </a:rPr>
              <a:t> </a:t>
            </a:r>
            <a:r>
              <a:rPr lang="en-US" sz="2400" dirty="0"/>
              <a:t>(3:53)</a:t>
            </a:r>
          </a:p>
          <a:p>
            <a:pPr lvl="1">
              <a:spcAft>
                <a:spcPts val="1200"/>
              </a:spcAft>
            </a:pPr>
            <a:r>
              <a:rPr lang="en-US" sz="2400" dirty="0">
                <a:solidFill>
                  <a:srgbClr val="0000DA"/>
                </a:solidFill>
                <a:hlinkClick r:id="rId14">
                  <a:extLst>
                    <a:ext uri="{A12FA001-AC4F-418D-AE19-62706E023703}">
                      <ahyp:hlinkClr xmlns:ahyp="http://schemas.microsoft.com/office/drawing/2018/hyperlinkcolor" val="tx"/>
                    </a:ext>
                  </a:extLst>
                </a:hlinkClick>
              </a:rPr>
              <a:t>P-values, z scores, alpha, critical values</a:t>
            </a:r>
            <a:r>
              <a:rPr lang="en-US" sz="2400" dirty="0">
                <a:solidFill>
                  <a:srgbClr val="0000DA"/>
                </a:solidFill>
              </a:rPr>
              <a:t> </a:t>
            </a:r>
            <a:r>
              <a:rPr lang="en-US" sz="2400" dirty="0"/>
              <a:t>(5:36)</a:t>
            </a:r>
          </a:p>
          <a:p>
            <a:pPr lvl="1">
              <a:spcAft>
                <a:spcPts val="1200"/>
              </a:spcAft>
            </a:pPr>
            <a:r>
              <a:rPr lang="en-US" sz="2400" dirty="0">
                <a:solidFill>
                  <a:srgbClr val="0000DA"/>
                </a:solidFill>
                <a:hlinkClick r:id="rId15">
                  <a:extLst>
                    <a:ext uri="{A12FA001-AC4F-418D-AE19-62706E023703}">
                      <ahyp:hlinkClr xmlns:ahyp="http://schemas.microsoft.com/office/drawing/2018/hyperlinkcolor" val="tx"/>
                    </a:ext>
                  </a:extLst>
                </a:hlinkClick>
              </a:rPr>
              <a:t>Hypothesis testing and </a:t>
            </a:r>
            <a:r>
              <a:rPr lang="en-US" sz="2400" dirty="0" err="1">
                <a:solidFill>
                  <a:srgbClr val="0000DA"/>
                </a:solidFill>
                <a:hlinkClick r:id="rId15">
                  <a:extLst>
                    <a:ext uri="{A12FA001-AC4F-418D-AE19-62706E023703}">
                      <ahyp:hlinkClr xmlns:ahyp="http://schemas.microsoft.com/office/drawing/2018/hyperlinkcolor" val="tx"/>
                    </a:ext>
                  </a:extLst>
                </a:hlinkClick>
              </a:rPr>
              <a:t>p-values|Khan</a:t>
            </a:r>
            <a:r>
              <a:rPr lang="en-US" sz="2400" dirty="0">
                <a:solidFill>
                  <a:srgbClr val="0000DA"/>
                </a:solidFill>
                <a:hlinkClick r:id="rId15">
                  <a:extLst>
                    <a:ext uri="{A12FA001-AC4F-418D-AE19-62706E023703}">
                      <ahyp:hlinkClr xmlns:ahyp="http://schemas.microsoft.com/office/drawing/2018/hyperlinkcolor" val="tx"/>
                    </a:ext>
                  </a:extLst>
                </a:hlinkClick>
              </a:rPr>
              <a:t> Academy</a:t>
            </a:r>
            <a:r>
              <a:rPr lang="en-US" sz="2400" dirty="0">
                <a:solidFill>
                  <a:srgbClr val="0000DA"/>
                </a:solidFill>
              </a:rPr>
              <a:t> </a:t>
            </a:r>
            <a:r>
              <a:rPr lang="en-US" sz="2400" dirty="0"/>
              <a:t>(11:26)</a:t>
            </a:r>
          </a:p>
        </p:txBody>
      </p:sp>
      <p:sp>
        <p:nvSpPr>
          <p:cNvPr id="32" name="Title 1"/>
          <p:cNvSpPr>
            <a:spLocks noGrp="1"/>
          </p:cNvSpPr>
          <p:nvPr>
            <p:ph type="title"/>
          </p:nvPr>
        </p:nvSpPr>
        <p:spPr>
          <a:xfrm>
            <a:off x="1981200" y="0"/>
            <a:ext cx="8229600" cy="914400"/>
          </a:xfrm>
        </p:spPr>
        <p:txBody>
          <a:bodyPr>
            <a:normAutofit/>
          </a:bodyPr>
          <a:lstStyle/>
          <a:p>
            <a:r>
              <a:rPr lang="en-US" sz="4000" dirty="0"/>
              <a:t>Statistics Help</a:t>
            </a:r>
            <a:endParaRPr lang="en-US" sz="3200" dirty="0"/>
          </a:p>
        </p:txBody>
      </p:sp>
    </p:spTree>
    <p:extLst>
      <p:ext uri="{BB962C8B-B14F-4D97-AF65-F5344CB8AC3E}">
        <p14:creationId xmlns:p14="http://schemas.microsoft.com/office/powerpoint/2010/main" val="3233571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38400" y="128835"/>
            <a:ext cx="7294484" cy="6539579"/>
          </a:xfrm>
          <a:prstGeom prst="rect">
            <a:avLst/>
          </a:prstGeom>
        </p:spPr>
      </p:pic>
      <p:sp>
        <p:nvSpPr>
          <p:cNvPr id="31" name="Content Placeholder 2"/>
          <p:cNvSpPr>
            <a:spLocks noGrp="1"/>
          </p:cNvSpPr>
          <p:nvPr>
            <p:ph idx="1"/>
          </p:nvPr>
        </p:nvSpPr>
        <p:spPr>
          <a:xfrm>
            <a:off x="3005721" y="189588"/>
            <a:ext cx="6159843" cy="951471"/>
          </a:xfrm>
        </p:spPr>
        <p:txBody>
          <a:bodyPr>
            <a:normAutofit/>
          </a:bodyPr>
          <a:lstStyle/>
          <a:p>
            <a:pPr marL="0" indent="0" algn="ctr">
              <a:buNone/>
            </a:pPr>
            <a:r>
              <a:rPr lang="en-US" sz="2800" b="1" dirty="0">
                <a:solidFill>
                  <a:srgbClr val="0000DA"/>
                </a:solidFill>
              </a:rPr>
              <a:t>Make sure you find the correct paper. This is it.</a:t>
            </a:r>
            <a:endParaRPr lang="en-US" sz="2400" dirty="0">
              <a:solidFill>
                <a:srgbClr val="0000DA"/>
              </a:solidFill>
            </a:endParaRPr>
          </a:p>
          <a:p>
            <a:pPr marL="0" indent="0" algn="ctr">
              <a:buNone/>
            </a:pPr>
            <a:endParaRPr lang="en-US" sz="2400" i="1" dirty="0">
              <a:solidFill>
                <a:srgbClr val="0000DA"/>
              </a:solidFill>
            </a:endParaRPr>
          </a:p>
        </p:txBody>
      </p:sp>
    </p:spTree>
    <p:extLst>
      <p:ext uri="{BB962C8B-B14F-4D97-AF65-F5344CB8AC3E}">
        <p14:creationId xmlns:p14="http://schemas.microsoft.com/office/powerpoint/2010/main" val="33290609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Lab 01 – Scientific Investigation&amp;quot;&quot;/&gt;&lt;property id=&quot;20307&quot; value=&quot;256&quot;/&gt;&lt;/object&gt;&lt;object type=&quot;3&quot; unique_id=&quot;12703&quot;&gt;&lt;property id=&quot;20148&quot; value=&quot;5&quot;/&gt;&lt;property id=&quot;20300&quot; value=&quot;Slide 2 - &amp;quot;Science is a Process&amp;quot;&quot;/&gt;&lt;property id=&quot;20307&quot; value=&quot;314&quot;/&gt;&lt;/object&gt;&lt;object type=&quot;3&quot; unique_id=&quot;12929&quot;&gt;&lt;property id=&quot;20148&quot; value=&quot;5&quot;/&gt;&lt;property id=&quot;20300&quot; value=&quot;Slide 3 - &amp;quot;In Today’s Lab…&amp;quot;&quot;/&gt;&lt;property id=&quot;20307&quot; value=&quot;315&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a3debf8-bfb3-4e2a-9540-36d8cad61acc">
      <Terms xmlns="http://schemas.microsoft.com/office/infopath/2007/PartnerControls"/>
    </lcf76f155ced4ddcb4097134ff3c332f>
    <TaxCatchAll xmlns="7003c64d-e6d3-4008-b37b-8dcb739b0592" xsi:nil="true"/>
  </documentManagement>
</p:properties>
</file>

<file path=customXml/item2.xml><?xml version="1.0" encoding="utf-8"?>
<?mso-contentType ?>
<FormTemplates xmlns="http://schemas.microsoft.com/sharepoint/v3/contenttype/forms"/>
</file>

<file path=customXml/item3.xml><?xml version="1.0" encoding="utf-8"?>
<ct:contentTypeSchema xmlns:ct="http://schemas.microsoft.com/office/2006/metadata/contentType" xmlns:ma="http://schemas.microsoft.com/office/2006/metadata/properties/metaAttributes" ct:_="" ma:_="" ma:contentTypeName="Document" ma:contentTypeID="0x0101005146E5A3E9C7FC429CBF6AF21B67FB00" ma:contentTypeVersion="20" ma:contentTypeDescription="Create a new document." ma:contentTypeScope="" ma:versionID="d4deb3b96f28184c5df6ed6c8c116478">
  <xsd:schema xmlns:xsd="http://www.w3.org/2001/XMLSchema" xmlns:xs="http://www.w3.org/2001/XMLSchema" xmlns:p="http://schemas.microsoft.com/office/2006/metadata/properties" xmlns:ns2="0a3debf8-bfb3-4e2a-9540-36d8cad61acc" xmlns:ns3="7003c64d-e6d3-4008-b37b-8dcb739b0592" targetNamespace="http://schemas.microsoft.com/office/2006/metadata/properties" ma:root="true" ma:fieldsID="9748303cafa14a9999819ab155966217" ns2:_="" ns3:_="">
    <xsd:import namespace="0a3debf8-bfb3-4e2a-9540-36d8cad61acc"/>
    <xsd:import namespace="7003c64d-e6d3-4008-b37b-8dcb739b0592"/>
    <xsd:element name="properties">
      <xsd:complexType>
        <xsd:sequence>
          <xsd:element name="documentManagement">
            <xsd:complexType>
              <xsd:all>
                <xsd:element ref="ns2:MediaServiceMetadata" minOccurs="0"/>
                <xsd:element ref="ns2:MediaServiceFastMetadata"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BillingMetadata"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3debf8-bfb3-4e2a-9540-36d8cad61acc" elementFormDefault="qualified">
    <xsd:import namespace="http://schemas.microsoft.com/office/2006/documentManagement/types"/>
    <xsd:import namespace="http://schemas.microsoft.com/office/infopath/2007/PartnerControls"/>
    <xsd:element name="MediaServiceMetadata" ma:index="4" nillable="true" ma:displayName="MediaServiceMetadata" ma:hidden="true" ma:internalName="MediaServiceMetadata" ma:readOnly="true">
      <xsd:simpleType>
        <xsd:restriction base="dms:Note"/>
      </xsd:simpleType>
    </xsd:element>
    <xsd:element name="MediaServiceFastMetadata" ma:index="5" nillable="true" ma:displayName="MediaServiceFastMetadata" ma:hidden="true" ma:internalName="MediaServiceFastMetadata" ma:readOnly="true">
      <xsd:simpleType>
        <xsd:restriction base="dms:Note"/>
      </xsd:simpleType>
    </xsd:element>
    <xsd:element name="MediaServiceGenerationTime" ma:index="6" nillable="true" ma:displayName="MediaServiceGenerationTime" ma:hidden="true" ma:internalName="MediaServiceGenerationTime" ma:readOnly="true">
      <xsd:simpleType>
        <xsd:restriction base="dms:Text"/>
      </xsd:simpleType>
    </xsd:element>
    <xsd:element name="MediaServiceEventHashCode" ma:index="7" nillable="true" ma:displayName="MediaServiceEventHashCode" ma:hidden="true" ma:internalName="MediaServiceEventHashCode" ma:readOnly="true">
      <xsd:simpleType>
        <xsd:restriction base="dms:Text"/>
      </xsd:simpleType>
    </xsd:element>
    <xsd:element name="MediaServiceDateTaken" ma:index="8" nillable="true" ma:displayName="MediaServiceDateTaken" ma:hidden="true" ma:indexed="true" ma:internalName="MediaServiceDateTaken" ma:readOnly="true">
      <xsd:simpleType>
        <xsd:restriction base="dms:Text"/>
      </xsd:simpleType>
    </xsd:element>
    <xsd:element name="MediaLengthInSeconds" ma:index="9" nillable="true" ma:displayName="MediaLengthInSeconds" ma:hidden="true" ma:internalName="MediaLengthInSeconds" ma:readOnly="true">
      <xsd:simpleType>
        <xsd:restriction base="dms:Unknown"/>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2"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37fa96fb-b0ee-4967-af60-c778f60915c5"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003c64d-e6d3-4008-b37b-8dcb739b0592"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f0bd993-5cdf-4aea-a3de-9641f7e3ffe2}" ma:internalName="TaxCatchAll" ma:showField="CatchAllData" ma:web="7003c64d-e6d3-4008-b37b-8dcb739b059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3"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4BE0048-A342-4CFC-8D85-FA50BB0A139A}">
  <ds:schemaRefs>
    <ds:schemaRef ds:uri="http://schemas.microsoft.com/office/2006/metadata/properties"/>
    <ds:schemaRef ds:uri="http://schemas.microsoft.com/office/infopath/2007/PartnerControls"/>
    <ds:schemaRef ds:uri="f77bcdf1-20e2-41e0-baf4-b4ad2893c760"/>
    <ds:schemaRef ds:uri="9cd26ddd-bd77-4774-8487-dbd52e2b790d"/>
    <ds:schemaRef ds:uri="0a3debf8-bfb3-4e2a-9540-36d8cad61acc"/>
    <ds:schemaRef ds:uri="7003c64d-e6d3-4008-b37b-8dcb739b0592"/>
  </ds:schemaRefs>
</ds:datastoreItem>
</file>

<file path=customXml/itemProps2.xml><?xml version="1.0" encoding="utf-8"?>
<ds:datastoreItem xmlns:ds="http://schemas.openxmlformats.org/officeDocument/2006/customXml" ds:itemID="{DD3CC664-8782-4F43-8C9D-E027DDD24D47}">
  <ds:schemaRefs>
    <ds:schemaRef ds:uri="http://schemas.microsoft.com/sharepoint/v3/contenttype/forms"/>
  </ds:schemaRefs>
</ds:datastoreItem>
</file>

<file path=customXml/itemProps3.xml><?xml version="1.0" encoding="utf-8"?>
<ds:datastoreItem xmlns:ds="http://schemas.openxmlformats.org/officeDocument/2006/customXml" ds:itemID="{F59C4E00-4BDC-432E-8335-652D601758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3debf8-bfb3-4e2a-9540-36d8cad61acc"/>
    <ds:schemaRef ds:uri="7003c64d-e6d3-4008-b37b-8dcb739b05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1473</TotalTime>
  <Words>1760</Words>
  <Application>Microsoft Office PowerPoint</Application>
  <PresentationFormat>Widescreen</PresentationFormat>
  <Paragraphs>192</Paragraphs>
  <Slides>25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Comic Sans MS</vt:lpstr>
      <vt:lpstr>Office Theme</vt:lpstr>
      <vt:lpstr>Scientific Method and Experimental Design: Termite Behavior</vt:lpstr>
      <vt:lpstr>Contact Info </vt:lpstr>
      <vt:lpstr>Pre/Post-lab Quiz Questions</vt:lpstr>
      <vt:lpstr>Pre/Post-lab Quiz</vt:lpstr>
      <vt:lpstr>1750 Laboratory Policies</vt:lpstr>
      <vt:lpstr>PowerPoint Presentation</vt:lpstr>
      <vt:lpstr>PowerPoint Presentation</vt:lpstr>
      <vt:lpstr>Science is a Process</vt:lpstr>
      <vt:lpstr>Null vs. Alternative Hypotheses</vt:lpstr>
      <vt:lpstr>Null vs. Alternative Hypotheses</vt:lpstr>
      <vt:lpstr>Science is a Process</vt:lpstr>
      <vt:lpstr>Science is a Process</vt:lpstr>
      <vt:lpstr>PowerPoint Presentation</vt:lpstr>
      <vt:lpstr>Science is a Process</vt:lpstr>
      <vt:lpstr>Science is a Process</vt:lpstr>
      <vt:lpstr>Example of Bar Graph</vt:lpstr>
      <vt:lpstr>Example of Regression</vt:lpstr>
      <vt:lpstr>Science is a Process</vt:lpstr>
      <vt:lpstr>Science is a Process</vt:lpstr>
      <vt:lpstr>In Today’s Lab…</vt:lpstr>
      <vt:lpstr>In Today’s Lab…</vt:lpstr>
      <vt:lpstr>In Today’s Lab…</vt:lpstr>
      <vt:lpstr>PowerPoint Presentation</vt:lpstr>
      <vt:lpstr>Statistics Help</vt:lpstr>
      <vt:lpstr>PowerPoint Presentation</vt:lpstr>
    </vt:vector>
  </TitlesOfParts>
  <Company>uno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 22 – Descent with Modification</dc:title>
  <dc:creator>uno user</dc:creator>
  <cp:lastModifiedBy>Travis Robbins</cp:lastModifiedBy>
  <cp:revision>141</cp:revision>
  <dcterms:created xsi:type="dcterms:W3CDTF">2011-12-26T16:38:39Z</dcterms:created>
  <dcterms:modified xsi:type="dcterms:W3CDTF">2026-01-09T17:53:20Z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0x0101005146E5A3E9C7FC429CBF6AF21B67FB00</vt:lpwstr>
  </property>
  <property fmtid="{D5CDD505-2E9C-101B-9397-08002B2CF9AE}" pid="3" name="MediaServiceImageTags">
    <vt:lpwstr/>
  </property>
  <property fmtid="{D5CDD505-2E9C-101B-9397-08002B2CF9AE}" pid="4" name="Order">
    <vt:r8>663900</vt:r8>
  </property>
  <property fmtid="{D5CDD505-2E9C-101B-9397-08002B2CF9AE}" pid="5" name="_ExtendedDescription">
    <vt:lpwstr/>
  </property>
</Properties>
</file>